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theme/theme5.xml" ContentType="application/vnd.openxmlformats-officedocument.theme+xml"/>
  <Override PartName="/ppt/slideLayouts/slideLayout28.xml" ContentType="application/vnd.openxmlformats-officedocument.presentationml.slideLayout+xml"/>
  <Override PartName="/ppt/theme/theme6.xml" ContentType="application/vnd.openxmlformats-officedocument.theme+xml"/>
  <Override PartName="/ppt/slideLayouts/slideLayout2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5D_D1C0BC98.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5E_F5F11402.xml" ContentType="application/vnd.ms-powerpoint.comment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60_698F3109.xml" ContentType="application/vnd.ms-powerpoint.comment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comments/modernComment_163_BF0A134D.xml" ContentType="application/vnd.ms-powerpoint.comments+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omments/modernComment_164_8B3401AB.xml" ContentType="application/vnd.ms-powerpoint.comments+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comments/modernComment_165_5EC5268F.xml" ContentType="application/vnd.ms-powerpoint.comments+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comments/modernComment_166_E14381CC.xml" ContentType="application/vnd.ms-powerpoint.comments+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comments/modernComment_168_AFE66285.xml" ContentType="application/vnd.ms-powerpoint.comments+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4.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comments/modernComment_172_E199E34A.xml" ContentType="application/vnd.ms-powerpoint.comments+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0" r:id="rId4"/>
    <p:sldMasterId id="2147483650" r:id="rId5"/>
    <p:sldMasterId id="2147483654" r:id="rId6"/>
    <p:sldMasterId id="2147483674" r:id="rId7"/>
    <p:sldMasterId id="2147483666" r:id="rId8"/>
    <p:sldMasterId id="2147483668" r:id="rId9"/>
    <p:sldMasterId id="2147483652" r:id="rId10"/>
  </p:sldMasterIdLst>
  <p:notesMasterIdLst>
    <p:notesMasterId r:id="rId36"/>
  </p:notesMasterIdLst>
  <p:sldIdLst>
    <p:sldId id="256" r:id="rId11"/>
    <p:sldId id="347"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5" r:id="rId29"/>
    <p:sldId id="366" r:id="rId30"/>
    <p:sldId id="367" r:id="rId31"/>
    <p:sldId id="368" r:id="rId32"/>
    <p:sldId id="369" r:id="rId33"/>
    <p:sldId id="370" r:id="rId34"/>
    <p:sldId id="372" r:id="rId3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B23C573-8472-BAFF-9ED0-F5E40864510B}" name="EXTERNAL Monier Sahar (Technology and Strategy (TS), CC/ESB3)" initials="EMS(aS(C" userId="S::mos3abt@bosch.com::9c5af560-ad9e-499e-a9f3-458585cc601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13168"/>
    <a:srgbClr val="FFFFFF"/>
    <a:srgbClr val="E2F0D9"/>
    <a:srgbClr val="EDF3DB"/>
    <a:srgbClr val="EEB461"/>
    <a:srgbClr val="86549F"/>
    <a:srgbClr val="013269"/>
    <a:srgbClr val="1432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DB56FC-FB74-4F62-91C8-8C8C419FFD71}" v="5" dt="2023-06-15T07:18:14.3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theme" Target="theme/theme1.xml"/><Relationship Id="rId21" Type="http://schemas.openxmlformats.org/officeDocument/2006/relationships/slide" Target="slides/slide11.xml"/><Relationship Id="rId34" Type="http://schemas.openxmlformats.org/officeDocument/2006/relationships/slide" Target="slides/slide24.xml"/><Relationship Id="rId42"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viewProps" Target="viewProps.xml"/></Relationships>
</file>

<file path=ppt/comments/modernComment_15D_D1C0BC98.xml><?xml version="1.0" encoding="utf-8"?>
<p188:cmLst xmlns:a="http://schemas.openxmlformats.org/drawingml/2006/main" xmlns:r="http://schemas.openxmlformats.org/officeDocument/2006/relationships" xmlns:p188="http://schemas.microsoft.com/office/powerpoint/2018/8/main">
  <p188:cm id="{CD6B1D73-4E14-4762-AC03-C939479F6F9A}" authorId="{EB23C573-8472-BAFF-9ED0-F5E40864510B}" created="2023-08-27T11:59:24.456">
    <ac:deMkLst xmlns:ac="http://schemas.microsoft.com/office/drawing/2013/main/command">
      <pc:docMk xmlns:pc="http://schemas.microsoft.com/office/powerpoint/2013/main/command"/>
      <pc:sldMk xmlns:pc="http://schemas.microsoft.com/office/powerpoint/2013/main/command" cId="3519069336" sldId="349"/>
      <ac:graphicFrameMk id="6" creationId="{BB0E914F-0E0A-EC88-81F8-567547CC28C3}"/>
    </ac:deMkLst>
    <p188:txBody>
      <a:bodyPr/>
      <a:lstStyle/>
      <a:p>
        <a:r>
          <a:rPr lang="en-US"/>
          <a:t>This comes with significant cybersecurity risks, as hackers seek to access electronic systems and data, threatening vehicle safety and consumer privacy.</a:t>
        </a:r>
      </a:p>
    </p188:txBody>
  </p188:cm>
  <p188:cm id="{02A5E41A-EFFD-4141-94C8-ECDB384C7073}" authorId="{EB23C573-8472-BAFF-9ED0-F5E40864510B}" created="2023-08-27T11:59:50.407">
    <ac:deMkLst xmlns:ac="http://schemas.microsoft.com/office/drawing/2013/main/command">
      <pc:docMk xmlns:pc="http://schemas.microsoft.com/office/powerpoint/2013/main/command"/>
      <pc:sldMk xmlns:pc="http://schemas.microsoft.com/office/powerpoint/2013/main/command" cId="3519069336" sldId="349"/>
      <ac:graphicFrameMk id="6" creationId="{BB0E914F-0E0A-EC88-81F8-567547CC28C3}"/>
    </ac:deMkLst>
    <p188:txBody>
      <a:bodyPr/>
      <a:lstStyle/>
      <a:p>
        <a:r>
          <a:rPr lang="en-US"/>
          <a:t>It requires cybersecurity protection in accordance with ISO/SAE 21434 for new type approvals of vehicles for road use since July 2022.</a:t>
        </a:r>
      </a:p>
    </p188:txBody>
  </p188:cm>
</p188:cmLst>
</file>

<file path=ppt/comments/modernComment_15E_F5F11402.xml><?xml version="1.0" encoding="utf-8"?>
<p188:cmLst xmlns:a="http://schemas.openxmlformats.org/drawingml/2006/main" xmlns:r="http://schemas.openxmlformats.org/officeDocument/2006/relationships" xmlns:p188="http://schemas.microsoft.com/office/powerpoint/2018/8/main">
  <p188:cm id="{63EE53E3-3788-4B4D-A9A6-F661503E07CD}" authorId="{EB23C573-8472-BAFF-9ED0-F5E40864510B}" created="2023-08-27T12:01:15.851">
    <ac:deMkLst xmlns:ac="http://schemas.microsoft.com/office/drawing/2013/main/command">
      <pc:docMk xmlns:pc="http://schemas.microsoft.com/office/powerpoint/2013/main/command"/>
      <pc:sldMk xmlns:pc="http://schemas.microsoft.com/office/powerpoint/2013/main/command" cId="4126217218" sldId="350"/>
      <ac:graphicFrameMk id="6" creationId="{819B9AD7-496A-E9B1-685C-1627BBC261F0}"/>
    </ac:deMkLst>
    <p188:txBody>
      <a:bodyPr/>
      <a:lstStyle/>
      <a:p>
        <a:r>
          <a:rPr lang="en-US"/>
          <a:t>If, for example, a safety concept has been developed and implemented for a production machine, this system is not changed so quickly, so that frequent adaptation of safety requirements and measures is not necessary. Although ageing or wear and tear of safety components can occur, this usually happens continuously over a fairly long period of time.</a:t>
        </a:r>
      </a:p>
    </p188:txBody>
  </p188:cm>
</p188:cmLst>
</file>

<file path=ppt/comments/modernComment_160_698F3109.xml><?xml version="1.0" encoding="utf-8"?>
<p188:cmLst xmlns:a="http://schemas.openxmlformats.org/drawingml/2006/main" xmlns:r="http://schemas.openxmlformats.org/officeDocument/2006/relationships" xmlns:p188="http://schemas.microsoft.com/office/powerpoint/2018/8/main">
  <p188:cm id="{ED80355A-B1BC-4A62-8EBD-BC6EB0B599B4}" authorId="{EB23C573-8472-BAFF-9ED0-F5E40864510B}" created="2023-08-27T12:12:28.823">
    <ac:deMkLst xmlns:ac="http://schemas.microsoft.com/office/drawing/2013/main/command">
      <pc:docMk xmlns:pc="http://schemas.microsoft.com/office/powerpoint/2013/main/command"/>
      <pc:sldMk xmlns:pc="http://schemas.microsoft.com/office/powerpoint/2013/main/command" cId="1770991881" sldId="352"/>
      <ac:graphicFrameMk id="6" creationId="{01BE9C4A-59F1-3785-EBE4-907BFFB7A77A}"/>
    </ac:deMkLst>
    <p188:txBody>
      <a:bodyPr/>
      <a:lstStyle/>
      <a:p>
        <a:r>
          <a:rPr lang="en-US"/>
          <a:t>the simplest kind of encryption that involves only one secret key to cipher and decipher information. 
Symmetric encryption is an old and best-known technique. It uses a secret key that can either be a number, a word or a string of random letters.
It is a blended with the plain text of a message to change the content in a particular way.
The sender and the recipient should know the secret key that is used to encrypt and decrypt all the messages. </a:t>
        </a:r>
      </a:p>
    </p188:txBody>
  </p188:cm>
  <p188:cm id="{1E66BA07-CCF7-4C6C-A57B-DC33A80EF570}" authorId="{EB23C573-8472-BAFF-9ED0-F5E40864510B}" created="2023-08-27T12:12:44.642">
    <ac:deMkLst xmlns:ac="http://schemas.microsoft.com/office/drawing/2013/main/command">
      <pc:docMk xmlns:pc="http://schemas.microsoft.com/office/powerpoint/2013/main/command"/>
      <pc:sldMk xmlns:pc="http://schemas.microsoft.com/office/powerpoint/2013/main/command" cId="1770991881" sldId="352"/>
      <ac:graphicFrameMk id="6" creationId="{01BE9C4A-59F1-3785-EBE4-907BFFB7A77A}"/>
    </ac:deMkLst>
    <p188:txBody>
      <a:bodyPr/>
      <a:lstStyle/>
      <a:p>
        <a:r>
          <a:rPr lang="en-US"/>
          <a:t>A public key is made freely available to anyone who might want to send you a message. The second private key is kept a secret so that you can only know.
A message that is encrypted using a public key can only be decrypted using a private key, while also, a message encrypted using a private key can be decrypted using a public key. Security of the public key is not required because it is publicly available and can be passed over the internet. 
RSA, DSA, Elliptic curve techniques, PKCS.</a:t>
        </a:r>
      </a:p>
    </p188:txBody>
  </p188:cm>
</p188:cmLst>
</file>

<file path=ppt/comments/modernComment_163_BF0A134D.xml><?xml version="1.0" encoding="utf-8"?>
<p188:cmLst xmlns:a="http://schemas.openxmlformats.org/drawingml/2006/main" xmlns:r="http://schemas.openxmlformats.org/officeDocument/2006/relationships" xmlns:p188="http://schemas.microsoft.com/office/powerpoint/2018/8/main">
  <p188:cm id="{231DDF18-1010-42A9-A34D-30A2C1B04114}" authorId="{EB23C573-8472-BAFF-9ED0-F5E40864510B}" created="2023-08-27T12:20:05.442">
    <ac:deMkLst xmlns:ac="http://schemas.microsoft.com/office/drawing/2013/main/command">
      <pc:docMk xmlns:pc="http://schemas.microsoft.com/office/powerpoint/2013/main/command"/>
      <pc:sldMk xmlns:pc="http://schemas.microsoft.com/office/powerpoint/2013/main/command" cId="3205108557" sldId="355"/>
      <ac:graphicFrameMk id="6" creationId="{BA859362-592A-DD30-F89F-F063A1D0394F}"/>
    </ac:deMkLst>
    <p188:txBody>
      <a:bodyPr/>
      <a:lstStyle/>
      <a:p>
        <a:r>
          <a:rPr lang="en-US"/>
          <a:t> A block cipher requires an initialization vector (IV) that is added to the input plaintext in order to increase the keyspace of the cipher and make it more difficult to use brute force to break the key.
The IV is derived from a random number generator, which is combined with text in the first block and the key to ensure all subsequent blocks result in ciphertext that does not match that of the first encryption block.
The block size of a block cipher refers to the number of bits that are processed together. Data Encryption Standard (DES) and Advanced Encryption Standard (AES) are both symmetric block ciphers.</a:t>
        </a:r>
      </a:p>
    </p188:txBody>
  </p188:cm>
</p188:cmLst>
</file>

<file path=ppt/comments/modernComment_164_8B3401AB.xml><?xml version="1.0" encoding="utf-8"?>
<p188:cmLst xmlns:a="http://schemas.openxmlformats.org/drawingml/2006/main" xmlns:r="http://schemas.openxmlformats.org/officeDocument/2006/relationships" xmlns:p188="http://schemas.microsoft.com/office/powerpoint/2018/8/main">
  <p188:cm id="{2B81E6CD-B1A0-4A90-9351-6E5EF110466C}" authorId="{EB23C573-8472-BAFF-9ED0-F5E40864510B}" created="2023-08-27T12:20:41.654">
    <pc:sldMkLst xmlns:pc="http://schemas.microsoft.com/office/powerpoint/2013/main/command">
      <pc:docMk/>
      <pc:sldMk cId="2335441323" sldId="356"/>
    </pc:sldMkLst>
    <p188:txBody>
      <a:bodyPr/>
      <a:lstStyle/>
      <a:p>
        <a:r>
          <a:rPr lang="en-US"/>
          <a:t>It is the simplest of all block cipher modes of operation. It does not add any randomness to the key stream, and it is the only mode that can be used to encrypt a single-bit stream. This means that each plaintext symbol, such as a character from the plaintext alphabet, is converted into a ciphertext symbol using the cipher's key and a substitution alphabet. Each plaintext block is encrypted independently of all the other blocks. If a plaintext block is only 8 bytes, only 8 bytes of the key are used; if a plaintext block is 100 bytes, all 100 bytes of the key are used.</a:t>
        </a:r>
      </a:p>
    </p188:txBody>
  </p188:cm>
</p188:cmLst>
</file>

<file path=ppt/comments/modernComment_165_5EC5268F.xml><?xml version="1.0" encoding="utf-8"?>
<p188:cmLst xmlns:a="http://schemas.openxmlformats.org/drawingml/2006/main" xmlns:r="http://schemas.openxmlformats.org/officeDocument/2006/relationships" xmlns:p188="http://schemas.microsoft.com/office/powerpoint/2018/8/main">
  <p188:cm id="{0868CC1A-AECE-4044-9414-48F48C0CE4AD}" authorId="{EB23C573-8472-BAFF-9ED0-F5E40864510B}" created="2023-08-27T12:21:12.117">
    <ac:deMkLst xmlns:ac="http://schemas.microsoft.com/office/drawing/2013/main/command">
      <pc:docMk xmlns:pc="http://schemas.microsoft.com/office/powerpoint/2013/main/command"/>
      <pc:sldMk xmlns:pc="http://schemas.microsoft.com/office/powerpoint/2013/main/command" cId="1589978767" sldId="357"/>
      <ac:picMk id="6" creationId="{01074C6C-45C7-B92E-3DF6-99481650CCD0}"/>
    </ac:deMkLst>
    <p188:txBody>
      <a:bodyPr/>
      <a:lstStyle/>
      <a:p>
        <a:r>
          <a:rPr lang="en-US"/>
          <a:t>CBC mode is a method of encrypting data that ensures that each block of plaintext is combined with the previous ciphertext block before being encrypted. The symmetric key algorithm creates a ciphertext that depends on all plaintext blocks processed before it in a data stream. This is done to ensure that each block of the ciphertext is dependent on all of the previous blocks. Each plaintext block is XORed (exclusive OR) with the previous ciphertext block before being encrypted with the cipher algorithm. CBC mode is used in a variety of security applications</a:t>
        </a:r>
      </a:p>
    </p188:txBody>
  </p188:cm>
</p188:cmLst>
</file>

<file path=ppt/comments/modernComment_166_E14381CC.xml><?xml version="1.0" encoding="utf-8"?>
<p188:cmLst xmlns:a="http://schemas.openxmlformats.org/drawingml/2006/main" xmlns:r="http://schemas.openxmlformats.org/officeDocument/2006/relationships" xmlns:p188="http://schemas.microsoft.com/office/powerpoint/2018/8/main">
  <p188:cm id="{29E835BA-63AE-4180-B377-E848CBDE19F2}" authorId="{EB23C573-8472-BAFF-9ED0-F5E40864510B}" created="2023-08-27T12:21:41.929">
    <ac:deMkLst xmlns:ac="http://schemas.microsoft.com/office/drawing/2013/main/command">
      <pc:docMk xmlns:pc="http://schemas.microsoft.com/office/powerpoint/2013/main/command"/>
      <pc:sldMk xmlns:pc="http://schemas.microsoft.com/office/powerpoint/2013/main/command" cId="3779297740" sldId="358"/>
      <ac:graphicFrameMk id="5" creationId="{8282E90F-2528-F4C7-11AD-EEA692E16D30}"/>
    </ac:deMkLst>
    <p188:txBody>
      <a:bodyPr/>
      <a:lstStyle/>
      <a:p>
        <a:r>
          <a:rPr lang="en-US"/>
          <a:t>f the block length is B then add N padding bytes of value N to make the input length up to the next exact multiple of B
If the input length is already an exact multiple of B then add B bytes of value B.</a:t>
        </a:r>
      </a:p>
    </p188:txBody>
  </p188:cm>
  <p188:cm id="{739A583E-873F-4793-ABDF-00225AC9FBB8}" authorId="{EB23C573-8472-BAFF-9ED0-F5E40864510B}" created="2023-08-27T12:21:52.648">
    <ac:deMkLst xmlns:ac="http://schemas.microsoft.com/office/drawing/2013/main/command">
      <pc:docMk xmlns:pc="http://schemas.microsoft.com/office/powerpoint/2013/main/command"/>
      <pc:sldMk xmlns:pc="http://schemas.microsoft.com/office/powerpoint/2013/main/command" cId="3779297740" sldId="358"/>
      <ac:graphicFrameMk id="6" creationId="{B7B2A63C-48C0-55B6-354F-4A32A3317CBF}"/>
    </ac:deMkLst>
    <p188:txBody>
      <a:bodyPr/>
      <a:lstStyle/>
      <a:p>
        <a:r>
          <a:rPr lang="en-US"/>
          <a:t>f the block length is B then add N padding bytes of value N to make the input length up to the next exact multiple of B
If the input length is already an exact multiple of B then add B bytes of value B.</a:t>
        </a:r>
      </a:p>
    </p188:txBody>
  </p188:cm>
</p188:cmLst>
</file>

<file path=ppt/comments/modernComment_168_AFE66285.xml><?xml version="1.0" encoding="utf-8"?>
<p188:cmLst xmlns:a="http://schemas.openxmlformats.org/drawingml/2006/main" xmlns:r="http://schemas.openxmlformats.org/officeDocument/2006/relationships" xmlns:p188="http://schemas.microsoft.com/office/powerpoint/2018/8/main">
  <p188:cm id="{06A8076B-C9F6-41A9-98B9-60D14F00E453}" authorId="{EB23C573-8472-BAFF-9ED0-F5E40864510B}" created="2023-08-27T12:24:20.126">
    <pc:sldMkLst xmlns:pc="http://schemas.microsoft.com/office/powerpoint/2013/main/command">
      <pc:docMk/>
      <pc:sldMk cId="2951111301" sldId="360"/>
    </pc:sldMkLst>
    <p188:txBody>
      <a:bodyPr/>
      <a:lstStyle/>
      <a:p>
        <a:r>
          <a:rPr lang="en-US"/>
          <a:t>When Bob wants to send a message to Alice, Bob can encrypt the meaasge with its private key.
Now Bob sends the message to Alice over the network.
Alice already has Bob’s public key.
So she can decrypt the message using Bob’s public key and validate that the message is sent by Bob. Because, private key of Bo is unique to Bob and no one can’t own that key.
How signing process happens?
When Bob wants to sends a message to Alice, he take the message and hash the message
The Bob will encrypt the message with his private key.
Then Bob will combine the original message and hashed message and encrypt that using the public key of Alice.
Now Bob sends the message to Alice
How Verification process happens?
Now Alice receives the message.
Alice will decrypt the entire message using its private key.
Inside the message, there are two components: Original message, and hashed text which is encrypted by Bob’s private key.
Then Alice will hash the original message using the hashing algorithm used by Bob. Now Alice has the hashed text of the original message. N
Then Alice will decrypt the hashed text sent by Bob using the public key of Bob and compare it with the original message hashed by Alice. Now Alice can verify that the message is sent by Bob.
has context menu
Compose</a:t>
        </a:r>
      </a:p>
    </p188:txBody>
  </p188:cm>
</p188:cmLst>
</file>

<file path=ppt/comments/modernComment_172_E199E34A.xml><?xml version="1.0" encoding="utf-8"?>
<p188:cmLst xmlns:a="http://schemas.openxmlformats.org/drawingml/2006/main" xmlns:r="http://schemas.openxmlformats.org/officeDocument/2006/relationships" xmlns:p188="http://schemas.microsoft.com/office/powerpoint/2018/8/main">
  <p188:cm id="{59BED316-64F6-4967-BC9B-A4EF3805EEB4}" authorId="{EB23C573-8472-BAFF-9ED0-F5E40864510B}" created="2023-08-27T12:34:31.762">
    <ac:deMkLst xmlns:ac="http://schemas.microsoft.com/office/drawing/2013/main/command">
      <pc:docMk xmlns:pc="http://schemas.microsoft.com/office/powerpoint/2013/main/command"/>
      <pc:sldMk xmlns:pc="http://schemas.microsoft.com/office/powerpoint/2013/main/command" cId="3784958794" sldId="370"/>
      <ac:graphicFrameMk id="8" creationId="{769E3D15-0189-3A2D-B6AA-73FDB5F738E6}"/>
    </ac:deMkLst>
    <p188:txBody>
      <a:bodyPr/>
      <a:lstStyle/>
      <a:p>
        <a:r>
          <a:rPr lang="en-US"/>
          <a:t>Key elements :
-key 
-Initialization vector
-modulus
-exponent
key type : a group  of key elements
key from key type
crypto primitives :
-Algo
-Mode
-Synch/Asynch
-Padding</a:t>
        </a:r>
      </a:p>
    </p188:txBody>
  </p188:cm>
</p188:cmLst>
</file>

<file path=ppt/diagrams/_rels/data3.xml.rels><?xml version="1.0" encoding="UTF-8" standalone="yes"?>
<Relationships xmlns="http://schemas.openxmlformats.org/package/2006/relationships"><Relationship Id="rId1" Type="http://schemas.openxmlformats.org/officeDocument/2006/relationships/hyperlink" Target="https://www.security-analyst.org/iso-sae-21434/" TargetMode="External"/></Relationships>
</file>

<file path=ppt/diagrams/_rels/drawing3.xml.rels><?xml version="1.0" encoding="UTF-8" standalone="yes"?>
<Relationships xmlns="http://schemas.openxmlformats.org/package/2006/relationships"><Relationship Id="rId1" Type="http://schemas.openxmlformats.org/officeDocument/2006/relationships/hyperlink" Target="https://www.security-analyst.org/iso-sae-21434/" TargetMode="Externa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D1E8C4-35A4-4002-982B-E10FE7231339}"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en-US"/>
        </a:p>
      </dgm:t>
    </dgm:pt>
    <dgm:pt modelId="{935D0085-3D65-4B34-9707-9D075FB7C81A}">
      <dgm:prSet phldrT="[Text]" phldr="0" custT="1"/>
      <dgm:spPr/>
      <dgm:t>
        <a:bodyPr/>
        <a:lstStyle/>
        <a:p>
          <a:r>
            <a:rPr lang="en-US" sz="2400" dirty="0">
              <a:latin typeface="Calibri Light" panose="020F0302020204030204"/>
            </a:rPr>
            <a:t>Why cyber security</a:t>
          </a:r>
          <a:endParaRPr lang="en-US" sz="2400" dirty="0"/>
        </a:p>
      </dgm:t>
    </dgm:pt>
    <dgm:pt modelId="{766524FD-3124-474B-8F2D-7C5834C5EB19}" type="parTrans" cxnId="{8DAF9A46-F8D6-445D-AFC5-2C12D47857EA}">
      <dgm:prSet/>
      <dgm:spPr/>
      <dgm:t>
        <a:bodyPr/>
        <a:lstStyle/>
        <a:p>
          <a:endParaRPr lang="en-US"/>
        </a:p>
      </dgm:t>
    </dgm:pt>
    <dgm:pt modelId="{44D28CD3-9E4A-4C21-A82D-2C9056A2D599}" type="sibTrans" cxnId="{8DAF9A46-F8D6-445D-AFC5-2C12D47857EA}">
      <dgm:prSet/>
      <dgm:spPr/>
      <dgm:t>
        <a:bodyPr/>
        <a:lstStyle/>
        <a:p>
          <a:endParaRPr lang="en-US"/>
        </a:p>
      </dgm:t>
    </dgm:pt>
    <dgm:pt modelId="{6991B098-594B-43A9-8059-F18F4A010046}">
      <dgm:prSet phldrT="[Text]" phldr="0" custT="1"/>
      <dgm:spPr/>
      <dgm:t>
        <a:bodyPr/>
        <a:lstStyle/>
        <a:p>
          <a:r>
            <a:rPr lang="en-US" sz="2400" dirty="0">
              <a:latin typeface="Calibri Light" panose="020F0302020204030204"/>
            </a:rPr>
            <a:t>Difference between safety and cyber security</a:t>
          </a:r>
          <a:endParaRPr lang="en-US" sz="2400" dirty="0"/>
        </a:p>
      </dgm:t>
    </dgm:pt>
    <dgm:pt modelId="{0EF9019C-038D-4A34-811B-017D0C6F9FA9}" type="parTrans" cxnId="{3F7C8C14-5D2B-49D8-978B-5EDD53EC0B66}">
      <dgm:prSet/>
      <dgm:spPr/>
      <dgm:t>
        <a:bodyPr/>
        <a:lstStyle/>
        <a:p>
          <a:endParaRPr lang="en-US"/>
        </a:p>
      </dgm:t>
    </dgm:pt>
    <dgm:pt modelId="{FD1DD7FF-2619-4D55-9E13-6977BA3F5B9C}" type="sibTrans" cxnId="{3F7C8C14-5D2B-49D8-978B-5EDD53EC0B66}">
      <dgm:prSet/>
      <dgm:spPr/>
      <dgm:t>
        <a:bodyPr/>
        <a:lstStyle/>
        <a:p>
          <a:endParaRPr lang="en-US"/>
        </a:p>
      </dgm:t>
    </dgm:pt>
    <dgm:pt modelId="{3318B95D-0434-4F1C-8CB4-127E91547228}">
      <dgm:prSet phldrT="[Text]" phldr="0" custT="1"/>
      <dgm:spPr/>
      <dgm:t>
        <a:bodyPr/>
        <a:lstStyle/>
        <a:p>
          <a:r>
            <a:rPr lang="en-US" sz="2400" dirty="0"/>
            <a:t>Cyber security stack (</a:t>
          </a:r>
          <a:r>
            <a:rPr lang="en-US" sz="1100" dirty="0"/>
            <a:t>Crypto stack)</a:t>
          </a:r>
        </a:p>
      </dgm:t>
    </dgm:pt>
    <dgm:pt modelId="{883CD868-447D-4340-B40E-A6037AAA7AAF}" type="parTrans" cxnId="{97693881-7618-456E-A64C-C5E4660FFDEB}">
      <dgm:prSet/>
      <dgm:spPr/>
      <dgm:t>
        <a:bodyPr/>
        <a:lstStyle/>
        <a:p>
          <a:endParaRPr lang="en-US"/>
        </a:p>
      </dgm:t>
    </dgm:pt>
    <dgm:pt modelId="{132F21CB-4092-4A5F-A224-801C24150804}" type="sibTrans" cxnId="{97693881-7618-456E-A64C-C5E4660FFDEB}">
      <dgm:prSet/>
      <dgm:spPr/>
      <dgm:t>
        <a:bodyPr/>
        <a:lstStyle/>
        <a:p>
          <a:endParaRPr lang="en-US"/>
        </a:p>
      </dgm:t>
    </dgm:pt>
    <dgm:pt modelId="{AF0B8209-5EDA-46E7-B713-F62A0254E359}">
      <dgm:prSet phldrT="[Text]" phldr="0" custT="1"/>
      <dgm:spPr/>
      <dgm:t>
        <a:bodyPr/>
        <a:lstStyle/>
        <a:p>
          <a:r>
            <a:rPr lang="en-US" sz="2400" dirty="0"/>
            <a:t>ENCRYPTION VS VERIFICATION</a:t>
          </a:r>
        </a:p>
      </dgm:t>
    </dgm:pt>
    <dgm:pt modelId="{C93DE9E2-9D3C-420A-8730-312A513A40C7}" type="parTrans" cxnId="{88C13282-5A4F-45ED-B82E-1699718A7768}">
      <dgm:prSet/>
      <dgm:spPr/>
      <dgm:t>
        <a:bodyPr/>
        <a:lstStyle/>
        <a:p>
          <a:endParaRPr lang="en-US"/>
        </a:p>
      </dgm:t>
    </dgm:pt>
    <dgm:pt modelId="{9843B52E-A703-4A0D-8B79-03B9CC50328D}" type="sibTrans" cxnId="{88C13282-5A4F-45ED-B82E-1699718A7768}">
      <dgm:prSet/>
      <dgm:spPr/>
      <dgm:t>
        <a:bodyPr/>
        <a:lstStyle/>
        <a:p>
          <a:endParaRPr lang="en-US"/>
        </a:p>
      </dgm:t>
    </dgm:pt>
    <dgm:pt modelId="{8F1BAE07-27A0-4BFA-83F9-5A000B422C34}">
      <dgm:prSet phldrT="[Text]" phldr="0" custT="1"/>
      <dgm:spPr/>
      <dgm:t>
        <a:bodyPr/>
        <a:lstStyle/>
        <a:p>
          <a:r>
            <a:rPr lang="en-US" sz="2400" dirty="0"/>
            <a:t>examples on Cyber Security algorithms</a:t>
          </a:r>
        </a:p>
      </dgm:t>
    </dgm:pt>
    <dgm:pt modelId="{14D97080-9498-4961-92C5-BAE6C94D60F5}" type="parTrans" cxnId="{F5D23F1A-5383-4BC4-937B-C57653D2F931}">
      <dgm:prSet/>
      <dgm:spPr/>
      <dgm:t>
        <a:bodyPr/>
        <a:lstStyle/>
        <a:p>
          <a:endParaRPr lang="en-US"/>
        </a:p>
      </dgm:t>
    </dgm:pt>
    <dgm:pt modelId="{D3F22195-C9AD-4A7D-A2CD-EC3B51F90A13}" type="sibTrans" cxnId="{F5D23F1A-5383-4BC4-937B-C57653D2F931}">
      <dgm:prSet/>
      <dgm:spPr/>
      <dgm:t>
        <a:bodyPr/>
        <a:lstStyle/>
        <a:p>
          <a:endParaRPr lang="en-US"/>
        </a:p>
      </dgm:t>
    </dgm:pt>
    <dgm:pt modelId="{7E161DF1-9614-41FC-AD0F-99D362CE5E08}">
      <dgm:prSet phldrT="[Text]" phldr="0" custT="1"/>
      <dgm:spPr/>
      <dgm:t>
        <a:bodyPr/>
        <a:lstStyle/>
        <a:p>
          <a:r>
            <a:rPr lang="en-US" sz="2400" dirty="0"/>
            <a:t>Symmetric vs Asymmetric keys Algorithms</a:t>
          </a:r>
        </a:p>
      </dgm:t>
    </dgm:pt>
    <dgm:pt modelId="{546D823D-1266-426E-A0A7-423B0B63EDB5}" type="parTrans" cxnId="{E46B4BC2-321B-4405-A341-6DB7578EB64A}">
      <dgm:prSet/>
      <dgm:spPr/>
      <dgm:t>
        <a:bodyPr/>
        <a:lstStyle/>
        <a:p>
          <a:endParaRPr lang="en-US"/>
        </a:p>
      </dgm:t>
    </dgm:pt>
    <dgm:pt modelId="{D9D4B544-7B57-4EAD-8C9E-8807F141D560}" type="sibTrans" cxnId="{E46B4BC2-321B-4405-A341-6DB7578EB64A}">
      <dgm:prSet/>
      <dgm:spPr/>
      <dgm:t>
        <a:bodyPr/>
        <a:lstStyle/>
        <a:p>
          <a:endParaRPr lang="en-US"/>
        </a:p>
      </dgm:t>
    </dgm:pt>
    <dgm:pt modelId="{064D729F-004F-47B7-A4AC-414C2DA1EE73}">
      <dgm:prSet phldrT="[Text]" phldr="0" custT="1"/>
      <dgm:spPr/>
      <dgm:t>
        <a:bodyPr/>
        <a:lstStyle/>
        <a:p>
          <a:r>
            <a:rPr lang="en-US" sz="2400" dirty="0"/>
            <a:t>What is Encryption ?</a:t>
          </a:r>
        </a:p>
      </dgm:t>
    </dgm:pt>
    <dgm:pt modelId="{34824ECB-1594-4BE3-B892-CFA520908F95}" type="parTrans" cxnId="{ECDAF030-B239-414F-9A22-DE6256BCDA83}">
      <dgm:prSet/>
      <dgm:spPr/>
      <dgm:t>
        <a:bodyPr/>
        <a:lstStyle/>
        <a:p>
          <a:endParaRPr lang="en-US"/>
        </a:p>
      </dgm:t>
    </dgm:pt>
    <dgm:pt modelId="{3F32B63C-54F4-4C75-B0C1-B081AB95FDA5}" type="sibTrans" cxnId="{ECDAF030-B239-414F-9A22-DE6256BCDA83}">
      <dgm:prSet/>
      <dgm:spPr/>
      <dgm:t>
        <a:bodyPr/>
        <a:lstStyle/>
        <a:p>
          <a:endParaRPr lang="en-US"/>
        </a:p>
      </dgm:t>
    </dgm:pt>
    <dgm:pt modelId="{F4FCAC55-810E-47FA-8329-B70CE352380A}">
      <dgm:prSet phldrT="[Text]" phldr="0" custT="1"/>
      <dgm:spPr/>
      <dgm:t>
        <a:bodyPr/>
        <a:lstStyle/>
        <a:p>
          <a:r>
            <a:rPr lang="en-US" sz="2400" dirty="0"/>
            <a:t>Stream Cipher vs Block Cipher</a:t>
          </a:r>
        </a:p>
      </dgm:t>
    </dgm:pt>
    <dgm:pt modelId="{F74D6A6E-C418-4CE1-BDD8-B12B5939B617}" type="parTrans" cxnId="{7805BDFB-CF8B-4A7B-93CC-A63D1A61235D}">
      <dgm:prSet/>
      <dgm:spPr/>
      <dgm:t>
        <a:bodyPr/>
        <a:lstStyle/>
        <a:p>
          <a:endParaRPr lang="en-US"/>
        </a:p>
      </dgm:t>
    </dgm:pt>
    <dgm:pt modelId="{B67752D5-807F-4ABB-AB5A-1034ED0C8C12}" type="sibTrans" cxnId="{7805BDFB-CF8B-4A7B-93CC-A63D1A61235D}">
      <dgm:prSet/>
      <dgm:spPr/>
      <dgm:t>
        <a:bodyPr/>
        <a:lstStyle/>
        <a:p>
          <a:endParaRPr lang="en-US"/>
        </a:p>
      </dgm:t>
    </dgm:pt>
    <dgm:pt modelId="{89EA8C73-22FD-4D68-A560-54BF2C2B033E}">
      <dgm:prSet phldrT="[Text]" phldr="0" custT="1"/>
      <dgm:spPr/>
      <dgm:t>
        <a:bodyPr/>
        <a:lstStyle/>
        <a:p>
          <a:r>
            <a:rPr lang="en-US" sz="2400" dirty="0"/>
            <a:t>Padding schemes for Block Cipher</a:t>
          </a:r>
        </a:p>
      </dgm:t>
    </dgm:pt>
    <dgm:pt modelId="{A3387794-9027-4876-B768-8E05F3C0F9B8}" type="parTrans" cxnId="{8774903D-8895-4606-935D-71AB2C6CB4B8}">
      <dgm:prSet/>
      <dgm:spPr/>
      <dgm:t>
        <a:bodyPr/>
        <a:lstStyle/>
        <a:p>
          <a:endParaRPr lang="en-US"/>
        </a:p>
      </dgm:t>
    </dgm:pt>
    <dgm:pt modelId="{75E249F5-9D88-441F-B132-3356049D8DE4}" type="sibTrans" cxnId="{8774903D-8895-4606-935D-71AB2C6CB4B8}">
      <dgm:prSet/>
      <dgm:spPr/>
      <dgm:t>
        <a:bodyPr/>
        <a:lstStyle/>
        <a:p>
          <a:endParaRPr lang="en-US"/>
        </a:p>
      </dgm:t>
    </dgm:pt>
    <dgm:pt modelId="{5BCDC2BC-98B1-4202-A5B4-1B453A20F217}" type="pres">
      <dgm:prSet presAssocID="{17D1E8C4-35A4-4002-982B-E10FE7231339}" presName="linear" presStyleCnt="0">
        <dgm:presLayoutVars>
          <dgm:dir/>
          <dgm:animLvl val="lvl"/>
          <dgm:resizeHandles val="exact"/>
        </dgm:presLayoutVars>
      </dgm:prSet>
      <dgm:spPr/>
    </dgm:pt>
    <dgm:pt modelId="{43DADB1F-4619-4779-8D46-8ADB14BDF8E5}" type="pres">
      <dgm:prSet presAssocID="{935D0085-3D65-4B34-9707-9D075FB7C81A}" presName="parentLin" presStyleCnt="0"/>
      <dgm:spPr/>
    </dgm:pt>
    <dgm:pt modelId="{61214B7D-3846-4996-8BA5-5F8301EDC8D4}" type="pres">
      <dgm:prSet presAssocID="{935D0085-3D65-4B34-9707-9D075FB7C81A}" presName="parentLeftMargin" presStyleLbl="node1" presStyleIdx="0" presStyleCnt="9"/>
      <dgm:spPr/>
    </dgm:pt>
    <dgm:pt modelId="{FFF45A65-0472-4CB1-8576-04DF98A63C78}" type="pres">
      <dgm:prSet presAssocID="{935D0085-3D65-4B34-9707-9D075FB7C81A}" presName="parentText" presStyleLbl="node1" presStyleIdx="0" presStyleCnt="9">
        <dgm:presLayoutVars>
          <dgm:chMax val="0"/>
          <dgm:bulletEnabled val="1"/>
        </dgm:presLayoutVars>
      </dgm:prSet>
      <dgm:spPr/>
    </dgm:pt>
    <dgm:pt modelId="{E3C24784-DC07-442B-B9E6-9FA06F82B86E}" type="pres">
      <dgm:prSet presAssocID="{935D0085-3D65-4B34-9707-9D075FB7C81A}" presName="negativeSpace" presStyleCnt="0"/>
      <dgm:spPr/>
    </dgm:pt>
    <dgm:pt modelId="{6123AC42-40B5-4F77-A716-6A1EE596C0F8}" type="pres">
      <dgm:prSet presAssocID="{935D0085-3D65-4B34-9707-9D075FB7C81A}" presName="childText" presStyleLbl="conFgAcc1" presStyleIdx="0" presStyleCnt="9">
        <dgm:presLayoutVars>
          <dgm:bulletEnabled val="1"/>
        </dgm:presLayoutVars>
      </dgm:prSet>
      <dgm:spPr/>
    </dgm:pt>
    <dgm:pt modelId="{C61696B5-6E7F-4FEB-A888-2B58B4F6BC49}" type="pres">
      <dgm:prSet presAssocID="{44D28CD3-9E4A-4C21-A82D-2C9056A2D599}" presName="spaceBetweenRectangles" presStyleCnt="0"/>
      <dgm:spPr/>
    </dgm:pt>
    <dgm:pt modelId="{C29C39BD-8AC3-4A2E-8C20-DADAFCA91419}" type="pres">
      <dgm:prSet presAssocID="{6991B098-594B-43A9-8059-F18F4A010046}" presName="parentLin" presStyleCnt="0"/>
      <dgm:spPr/>
    </dgm:pt>
    <dgm:pt modelId="{E353B090-568B-45AC-99A6-285BFD25F9D6}" type="pres">
      <dgm:prSet presAssocID="{6991B098-594B-43A9-8059-F18F4A010046}" presName="parentLeftMargin" presStyleLbl="node1" presStyleIdx="0" presStyleCnt="9"/>
      <dgm:spPr/>
    </dgm:pt>
    <dgm:pt modelId="{5ED8360D-8930-4A98-B53A-5A87B2EC5808}" type="pres">
      <dgm:prSet presAssocID="{6991B098-594B-43A9-8059-F18F4A010046}" presName="parentText" presStyleLbl="node1" presStyleIdx="1" presStyleCnt="9">
        <dgm:presLayoutVars>
          <dgm:chMax val="0"/>
          <dgm:bulletEnabled val="1"/>
        </dgm:presLayoutVars>
      </dgm:prSet>
      <dgm:spPr/>
    </dgm:pt>
    <dgm:pt modelId="{4AD3E521-49C4-4CAA-AD0E-071A95A9E659}" type="pres">
      <dgm:prSet presAssocID="{6991B098-594B-43A9-8059-F18F4A010046}" presName="negativeSpace" presStyleCnt="0"/>
      <dgm:spPr/>
    </dgm:pt>
    <dgm:pt modelId="{E82D4717-0EBC-4D81-877F-E0F3AF4487FA}" type="pres">
      <dgm:prSet presAssocID="{6991B098-594B-43A9-8059-F18F4A010046}" presName="childText" presStyleLbl="conFgAcc1" presStyleIdx="1" presStyleCnt="9">
        <dgm:presLayoutVars>
          <dgm:bulletEnabled val="1"/>
        </dgm:presLayoutVars>
      </dgm:prSet>
      <dgm:spPr/>
    </dgm:pt>
    <dgm:pt modelId="{645AD122-AB3F-43A2-A5DA-E5622E963C50}" type="pres">
      <dgm:prSet presAssocID="{FD1DD7FF-2619-4D55-9E13-6977BA3F5B9C}" presName="spaceBetweenRectangles" presStyleCnt="0"/>
      <dgm:spPr/>
    </dgm:pt>
    <dgm:pt modelId="{FEE914CB-9FB7-4C0A-A4EA-055318204B2A}" type="pres">
      <dgm:prSet presAssocID="{8F1BAE07-27A0-4BFA-83F9-5A000B422C34}" presName="parentLin" presStyleCnt="0"/>
      <dgm:spPr/>
    </dgm:pt>
    <dgm:pt modelId="{4971F178-6B9D-49F5-9871-C6FE730D78E1}" type="pres">
      <dgm:prSet presAssocID="{8F1BAE07-27A0-4BFA-83F9-5A000B422C34}" presName="parentLeftMargin" presStyleLbl="node1" presStyleIdx="1" presStyleCnt="9"/>
      <dgm:spPr/>
    </dgm:pt>
    <dgm:pt modelId="{087DE91E-58B0-4AB9-B37A-A94DD8B9B3D9}" type="pres">
      <dgm:prSet presAssocID="{8F1BAE07-27A0-4BFA-83F9-5A000B422C34}" presName="parentText" presStyleLbl="node1" presStyleIdx="2" presStyleCnt="9">
        <dgm:presLayoutVars>
          <dgm:chMax val="0"/>
          <dgm:bulletEnabled val="1"/>
        </dgm:presLayoutVars>
      </dgm:prSet>
      <dgm:spPr/>
    </dgm:pt>
    <dgm:pt modelId="{4DB8173D-D3CB-4FDC-86BB-451378F1EA00}" type="pres">
      <dgm:prSet presAssocID="{8F1BAE07-27A0-4BFA-83F9-5A000B422C34}" presName="negativeSpace" presStyleCnt="0"/>
      <dgm:spPr/>
    </dgm:pt>
    <dgm:pt modelId="{043F7A27-7CE2-48CE-B0BA-4714C9D7ECE3}" type="pres">
      <dgm:prSet presAssocID="{8F1BAE07-27A0-4BFA-83F9-5A000B422C34}" presName="childText" presStyleLbl="conFgAcc1" presStyleIdx="2" presStyleCnt="9">
        <dgm:presLayoutVars>
          <dgm:bulletEnabled val="1"/>
        </dgm:presLayoutVars>
      </dgm:prSet>
      <dgm:spPr/>
    </dgm:pt>
    <dgm:pt modelId="{D8F7E729-EC33-448C-9EE4-5273EC83ED44}" type="pres">
      <dgm:prSet presAssocID="{D3F22195-C9AD-4A7D-A2CD-EC3B51F90A13}" presName="spaceBetweenRectangles" presStyleCnt="0"/>
      <dgm:spPr/>
    </dgm:pt>
    <dgm:pt modelId="{1647D60C-10C6-4D04-A19D-013E96266786}" type="pres">
      <dgm:prSet presAssocID="{7E161DF1-9614-41FC-AD0F-99D362CE5E08}" presName="parentLin" presStyleCnt="0"/>
      <dgm:spPr/>
    </dgm:pt>
    <dgm:pt modelId="{7E2775FB-889B-4705-AAF3-7A0F14916CFA}" type="pres">
      <dgm:prSet presAssocID="{7E161DF1-9614-41FC-AD0F-99D362CE5E08}" presName="parentLeftMargin" presStyleLbl="node1" presStyleIdx="2" presStyleCnt="9"/>
      <dgm:spPr/>
    </dgm:pt>
    <dgm:pt modelId="{DDBA522B-26C4-4556-9053-A923047CA298}" type="pres">
      <dgm:prSet presAssocID="{7E161DF1-9614-41FC-AD0F-99D362CE5E08}" presName="parentText" presStyleLbl="node1" presStyleIdx="3" presStyleCnt="9">
        <dgm:presLayoutVars>
          <dgm:chMax val="0"/>
          <dgm:bulletEnabled val="1"/>
        </dgm:presLayoutVars>
      </dgm:prSet>
      <dgm:spPr/>
    </dgm:pt>
    <dgm:pt modelId="{DF4472EC-5F53-4738-BF43-AF1970737DA2}" type="pres">
      <dgm:prSet presAssocID="{7E161DF1-9614-41FC-AD0F-99D362CE5E08}" presName="negativeSpace" presStyleCnt="0"/>
      <dgm:spPr/>
    </dgm:pt>
    <dgm:pt modelId="{C6AF85A5-742C-480F-8A96-C8365A5EBC88}" type="pres">
      <dgm:prSet presAssocID="{7E161DF1-9614-41FC-AD0F-99D362CE5E08}" presName="childText" presStyleLbl="conFgAcc1" presStyleIdx="3" presStyleCnt="9">
        <dgm:presLayoutVars>
          <dgm:bulletEnabled val="1"/>
        </dgm:presLayoutVars>
      </dgm:prSet>
      <dgm:spPr/>
    </dgm:pt>
    <dgm:pt modelId="{44C393FD-FC17-4207-AE79-4452A9BF808B}" type="pres">
      <dgm:prSet presAssocID="{D9D4B544-7B57-4EAD-8C9E-8807F141D560}" presName="spaceBetweenRectangles" presStyleCnt="0"/>
      <dgm:spPr/>
    </dgm:pt>
    <dgm:pt modelId="{E43EA5CF-ECAB-4350-823D-CCC3D6159598}" type="pres">
      <dgm:prSet presAssocID="{064D729F-004F-47B7-A4AC-414C2DA1EE73}" presName="parentLin" presStyleCnt="0"/>
      <dgm:spPr/>
    </dgm:pt>
    <dgm:pt modelId="{E411C194-4ADD-48FB-9D39-A7F5E8F2AA78}" type="pres">
      <dgm:prSet presAssocID="{064D729F-004F-47B7-A4AC-414C2DA1EE73}" presName="parentLeftMargin" presStyleLbl="node1" presStyleIdx="3" presStyleCnt="9"/>
      <dgm:spPr/>
    </dgm:pt>
    <dgm:pt modelId="{92B843B0-438F-4FBC-90B1-6B8AF22F6C54}" type="pres">
      <dgm:prSet presAssocID="{064D729F-004F-47B7-A4AC-414C2DA1EE73}" presName="parentText" presStyleLbl="node1" presStyleIdx="4" presStyleCnt="9">
        <dgm:presLayoutVars>
          <dgm:chMax val="0"/>
          <dgm:bulletEnabled val="1"/>
        </dgm:presLayoutVars>
      </dgm:prSet>
      <dgm:spPr/>
    </dgm:pt>
    <dgm:pt modelId="{BB35DF11-289B-4726-ADB7-5DF981354A7F}" type="pres">
      <dgm:prSet presAssocID="{064D729F-004F-47B7-A4AC-414C2DA1EE73}" presName="negativeSpace" presStyleCnt="0"/>
      <dgm:spPr/>
    </dgm:pt>
    <dgm:pt modelId="{0B12164E-3986-49EF-8D4D-8E41A5416198}" type="pres">
      <dgm:prSet presAssocID="{064D729F-004F-47B7-A4AC-414C2DA1EE73}" presName="childText" presStyleLbl="conFgAcc1" presStyleIdx="4" presStyleCnt="9">
        <dgm:presLayoutVars>
          <dgm:bulletEnabled val="1"/>
        </dgm:presLayoutVars>
      </dgm:prSet>
      <dgm:spPr/>
    </dgm:pt>
    <dgm:pt modelId="{F348937B-AE42-458C-9F53-49FE2AA58BB3}" type="pres">
      <dgm:prSet presAssocID="{3F32B63C-54F4-4C75-B0C1-B081AB95FDA5}" presName="spaceBetweenRectangles" presStyleCnt="0"/>
      <dgm:spPr/>
    </dgm:pt>
    <dgm:pt modelId="{FA10497E-7859-4E10-98D9-7CE86A4EECA3}" type="pres">
      <dgm:prSet presAssocID="{F4FCAC55-810E-47FA-8329-B70CE352380A}" presName="parentLin" presStyleCnt="0"/>
      <dgm:spPr/>
    </dgm:pt>
    <dgm:pt modelId="{98BC2383-D35E-42DA-90D0-C9097948F48D}" type="pres">
      <dgm:prSet presAssocID="{F4FCAC55-810E-47FA-8329-B70CE352380A}" presName="parentLeftMargin" presStyleLbl="node1" presStyleIdx="4" presStyleCnt="9"/>
      <dgm:spPr/>
    </dgm:pt>
    <dgm:pt modelId="{47C4D4AD-0C49-49F8-AAC3-6660DF4F46C0}" type="pres">
      <dgm:prSet presAssocID="{F4FCAC55-810E-47FA-8329-B70CE352380A}" presName="parentText" presStyleLbl="node1" presStyleIdx="5" presStyleCnt="9">
        <dgm:presLayoutVars>
          <dgm:chMax val="0"/>
          <dgm:bulletEnabled val="1"/>
        </dgm:presLayoutVars>
      </dgm:prSet>
      <dgm:spPr/>
    </dgm:pt>
    <dgm:pt modelId="{A99B8B60-4AE5-438F-84A9-6A4736179A13}" type="pres">
      <dgm:prSet presAssocID="{F4FCAC55-810E-47FA-8329-B70CE352380A}" presName="negativeSpace" presStyleCnt="0"/>
      <dgm:spPr/>
    </dgm:pt>
    <dgm:pt modelId="{FA26A619-FD41-44BC-B61D-AFEBB37B8F63}" type="pres">
      <dgm:prSet presAssocID="{F4FCAC55-810E-47FA-8329-B70CE352380A}" presName="childText" presStyleLbl="conFgAcc1" presStyleIdx="5" presStyleCnt="9">
        <dgm:presLayoutVars>
          <dgm:bulletEnabled val="1"/>
        </dgm:presLayoutVars>
      </dgm:prSet>
      <dgm:spPr/>
    </dgm:pt>
    <dgm:pt modelId="{478E6596-E984-4FEC-866F-DD9954DD45AF}" type="pres">
      <dgm:prSet presAssocID="{B67752D5-807F-4ABB-AB5A-1034ED0C8C12}" presName="spaceBetweenRectangles" presStyleCnt="0"/>
      <dgm:spPr/>
    </dgm:pt>
    <dgm:pt modelId="{28FB4845-7425-4101-B613-0FEAD41CC023}" type="pres">
      <dgm:prSet presAssocID="{89EA8C73-22FD-4D68-A560-54BF2C2B033E}" presName="parentLin" presStyleCnt="0"/>
      <dgm:spPr/>
    </dgm:pt>
    <dgm:pt modelId="{73630967-414D-4942-B168-F77AE69E7215}" type="pres">
      <dgm:prSet presAssocID="{89EA8C73-22FD-4D68-A560-54BF2C2B033E}" presName="parentLeftMargin" presStyleLbl="node1" presStyleIdx="5" presStyleCnt="9"/>
      <dgm:spPr/>
    </dgm:pt>
    <dgm:pt modelId="{C8D481BB-111A-49F9-885B-CBEAC4CBA78A}" type="pres">
      <dgm:prSet presAssocID="{89EA8C73-22FD-4D68-A560-54BF2C2B033E}" presName="parentText" presStyleLbl="node1" presStyleIdx="6" presStyleCnt="9">
        <dgm:presLayoutVars>
          <dgm:chMax val="0"/>
          <dgm:bulletEnabled val="1"/>
        </dgm:presLayoutVars>
      </dgm:prSet>
      <dgm:spPr/>
    </dgm:pt>
    <dgm:pt modelId="{E6131BCA-5F54-46ED-A522-FA70278A94F7}" type="pres">
      <dgm:prSet presAssocID="{89EA8C73-22FD-4D68-A560-54BF2C2B033E}" presName="negativeSpace" presStyleCnt="0"/>
      <dgm:spPr/>
    </dgm:pt>
    <dgm:pt modelId="{B7E1E8E2-9159-42AD-97AE-BD4D1FA6AAE1}" type="pres">
      <dgm:prSet presAssocID="{89EA8C73-22FD-4D68-A560-54BF2C2B033E}" presName="childText" presStyleLbl="conFgAcc1" presStyleIdx="6" presStyleCnt="9">
        <dgm:presLayoutVars>
          <dgm:bulletEnabled val="1"/>
        </dgm:presLayoutVars>
      </dgm:prSet>
      <dgm:spPr/>
    </dgm:pt>
    <dgm:pt modelId="{BFF73DA4-7F55-49F4-9292-8AD21249B1F4}" type="pres">
      <dgm:prSet presAssocID="{75E249F5-9D88-441F-B132-3356049D8DE4}" presName="spaceBetweenRectangles" presStyleCnt="0"/>
      <dgm:spPr/>
    </dgm:pt>
    <dgm:pt modelId="{F464752B-6137-444E-BDF6-38FD73005A28}" type="pres">
      <dgm:prSet presAssocID="{AF0B8209-5EDA-46E7-B713-F62A0254E359}" presName="parentLin" presStyleCnt="0"/>
      <dgm:spPr/>
    </dgm:pt>
    <dgm:pt modelId="{5E9E6EF6-B65B-4629-B1C6-1D62E07E06A2}" type="pres">
      <dgm:prSet presAssocID="{AF0B8209-5EDA-46E7-B713-F62A0254E359}" presName="parentLeftMargin" presStyleLbl="node1" presStyleIdx="6" presStyleCnt="9"/>
      <dgm:spPr/>
    </dgm:pt>
    <dgm:pt modelId="{3E48EAA0-5377-4829-8A8D-66CB32C03CE5}" type="pres">
      <dgm:prSet presAssocID="{AF0B8209-5EDA-46E7-B713-F62A0254E359}" presName="parentText" presStyleLbl="node1" presStyleIdx="7" presStyleCnt="9">
        <dgm:presLayoutVars>
          <dgm:chMax val="0"/>
          <dgm:bulletEnabled val="1"/>
        </dgm:presLayoutVars>
      </dgm:prSet>
      <dgm:spPr/>
    </dgm:pt>
    <dgm:pt modelId="{4D1BC978-8B5B-498D-9746-3B21A542D35A}" type="pres">
      <dgm:prSet presAssocID="{AF0B8209-5EDA-46E7-B713-F62A0254E359}" presName="negativeSpace" presStyleCnt="0"/>
      <dgm:spPr/>
    </dgm:pt>
    <dgm:pt modelId="{213D2766-F8BA-4417-A991-2A3F7AB361ED}" type="pres">
      <dgm:prSet presAssocID="{AF0B8209-5EDA-46E7-B713-F62A0254E359}" presName="childText" presStyleLbl="conFgAcc1" presStyleIdx="7" presStyleCnt="9">
        <dgm:presLayoutVars>
          <dgm:bulletEnabled val="1"/>
        </dgm:presLayoutVars>
      </dgm:prSet>
      <dgm:spPr/>
    </dgm:pt>
    <dgm:pt modelId="{E3DBF8EB-F356-44D8-A6EF-E9B641686E13}" type="pres">
      <dgm:prSet presAssocID="{9843B52E-A703-4A0D-8B79-03B9CC50328D}" presName="spaceBetweenRectangles" presStyleCnt="0"/>
      <dgm:spPr/>
    </dgm:pt>
    <dgm:pt modelId="{FA5B0657-82F1-47D7-BDD7-DE333D553164}" type="pres">
      <dgm:prSet presAssocID="{3318B95D-0434-4F1C-8CB4-127E91547228}" presName="parentLin" presStyleCnt="0"/>
      <dgm:spPr/>
    </dgm:pt>
    <dgm:pt modelId="{D211FF0F-DD1B-4404-8A28-A453EC1FC5B1}" type="pres">
      <dgm:prSet presAssocID="{3318B95D-0434-4F1C-8CB4-127E91547228}" presName="parentLeftMargin" presStyleLbl="node1" presStyleIdx="7" presStyleCnt="9"/>
      <dgm:spPr/>
    </dgm:pt>
    <dgm:pt modelId="{FD7AC041-12BE-46B3-9D38-F7A496736EE5}" type="pres">
      <dgm:prSet presAssocID="{3318B95D-0434-4F1C-8CB4-127E91547228}" presName="parentText" presStyleLbl="node1" presStyleIdx="8" presStyleCnt="9">
        <dgm:presLayoutVars>
          <dgm:chMax val="0"/>
          <dgm:bulletEnabled val="1"/>
        </dgm:presLayoutVars>
      </dgm:prSet>
      <dgm:spPr/>
    </dgm:pt>
    <dgm:pt modelId="{E5C5CC7E-E72B-4609-B35C-F631DDF62692}" type="pres">
      <dgm:prSet presAssocID="{3318B95D-0434-4F1C-8CB4-127E91547228}" presName="negativeSpace" presStyleCnt="0"/>
      <dgm:spPr/>
    </dgm:pt>
    <dgm:pt modelId="{54B92C28-73B9-45C0-BBCD-4F3C57A54F2D}" type="pres">
      <dgm:prSet presAssocID="{3318B95D-0434-4F1C-8CB4-127E91547228}" presName="childText" presStyleLbl="conFgAcc1" presStyleIdx="8" presStyleCnt="9">
        <dgm:presLayoutVars>
          <dgm:bulletEnabled val="1"/>
        </dgm:presLayoutVars>
      </dgm:prSet>
      <dgm:spPr/>
    </dgm:pt>
  </dgm:ptLst>
  <dgm:cxnLst>
    <dgm:cxn modelId="{6E43EE06-BB1F-4F3A-B63C-D2BFEA76D687}" type="presOf" srcId="{064D729F-004F-47B7-A4AC-414C2DA1EE73}" destId="{E411C194-4ADD-48FB-9D39-A7F5E8F2AA78}" srcOrd="0" destOrd="0" presId="urn:microsoft.com/office/officeart/2005/8/layout/list1"/>
    <dgm:cxn modelId="{8BE6FA0D-7F20-4A24-A802-3160B615E625}" type="presOf" srcId="{F4FCAC55-810E-47FA-8329-B70CE352380A}" destId="{98BC2383-D35E-42DA-90D0-C9097948F48D}" srcOrd="0" destOrd="0" presId="urn:microsoft.com/office/officeart/2005/8/layout/list1"/>
    <dgm:cxn modelId="{C0997C10-F671-4DA4-B289-A88CAA0A18AF}" type="presOf" srcId="{F4FCAC55-810E-47FA-8329-B70CE352380A}" destId="{47C4D4AD-0C49-49F8-AAC3-6660DF4F46C0}" srcOrd="1" destOrd="0" presId="urn:microsoft.com/office/officeart/2005/8/layout/list1"/>
    <dgm:cxn modelId="{FFA8B610-C041-430C-9E30-B69A349EF3BD}" type="presOf" srcId="{064D729F-004F-47B7-A4AC-414C2DA1EE73}" destId="{92B843B0-438F-4FBC-90B1-6B8AF22F6C54}" srcOrd="1" destOrd="0" presId="urn:microsoft.com/office/officeart/2005/8/layout/list1"/>
    <dgm:cxn modelId="{3F7C8C14-5D2B-49D8-978B-5EDD53EC0B66}" srcId="{17D1E8C4-35A4-4002-982B-E10FE7231339}" destId="{6991B098-594B-43A9-8059-F18F4A010046}" srcOrd="1" destOrd="0" parTransId="{0EF9019C-038D-4A34-811B-017D0C6F9FA9}" sibTransId="{FD1DD7FF-2619-4D55-9E13-6977BA3F5B9C}"/>
    <dgm:cxn modelId="{F5D23F1A-5383-4BC4-937B-C57653D2F931}" srcId="{17D1E8C4-35A4-4002-982B-E10FE7231339}" destId="{8F1BAE07-27A0-4BFA-83F9-5A000B422C34}" srcOrd="2" destOrd="0" parTransId="{14D97080-9498-4961-92C5-BAE6C94D60F5}" sibTransId="{D3F22195-C9AD-4A7D-A2CD-EC3B51F90A13}"/>
    <dgm:cxn modelId="{AB62362A-05AF-4F34-A189-F7DD2DBE36C8}" type="presOf" srcId="{AF0B8209-5EDA-46E7-B713-F62A0254E359}" destId="{3E48EAA0-5377-4829-8A8D-66CB32C03CE5}" srcOrd="1" destOrd="0" presId="urn:microsoft.com/office/officeart/2005/8/layout/list1"/>
    <dgm:cxn modelId="{ECDAF030-B239-414F-9A22-DE6256BCDA83}" srcId="{17D1E8C4-35A4-4002-982B-E10FE7231339}" destId="{064D729F-004F-47B7-A4AC-414C2DA1EE73}" srcOrd="4" destOrd="0" parTransId="{34824ECB-1594-4BE3-B892-CFA520908F95}" sibTransId="{3F32B63C-54F4-4C75-B0C1-B081AB95FDA5}"/>
    <dgm:cxn modelId="{DB41783B-C64F-456E-ACB8-197D1FFFECCE}" type="presOf" srcId="{89EA8C73-22FD-4D68-A560-54BF2C2B033E}" destId="{73630967-414D-4942-B168-F77AE69E7215}" srcOrd="0" destOrd="0" presId="urn:microsoft.com/office/officeart/2005/8/layout/list1"/>
    <dgm:cxn modelId="{8774903D-8895-4606-935D-71AB2C6CB4B8}" srcId="{17D1E8C4-35A4-4002-982B-E10FE7231339}" destId="{89EA8C73-22FD-4D68-A560-54BF2C2B033E}" srcOrd="6" destOrd="0" parTransId="{A3387794-9027-4876-B768-8E05F3C0F9B8}" sibTransId="{75E249F5-9D88-441F-B132-3356049D8DE4}"/>
    <dgm:cxn modelId="{8DAF9A46-F8D6-445D-AFC5-2C12D47857EA}" srcId="{17D1E8C4-35A4-4002-982B-E10FE7231339}" destId="{935D0085-3D65-4B34-9707-9D075FB7C81A}" srcOrd="0" destOrd="0" parTransId="{766524FD-3124-474B-8F2D-7C5834C5EB19}" sibTransId="{44D28CD3-9E4A-4C21-A82D-2C9056A2D599}"/>
    <dgm:cxn modelId="{A3ACD36E-4B56-47F0-BBAE-03CD3920D981}" type="presOf" srcId="{89EA8C73-22FD-4D68-A560-54BF2C2B033E}" destId="{C8D481BB-111A-49F9-885B-CBEAC4CBA78A}" srcOrd="1" destOrd="0" presId="urn:microsoft.com/office/officeart/2005/8/layout/list1"/>
    <dgm:cxn modelId="{B2D7CC70-67AB-42B4-B590-DE9D2C469EFD}" type="presOf" srcId="{3318B95D-0434-4F1C-8CB4-127E91547228}" destId="{D211FF0F-DD1B-4404-8A28-A453EC1FC5B1}" srcOrd="0" destOrd="0" presId="urn:microsoft.com/office/officeart/2005/8/layout/list1"/>
    <dgm:cxn modelId="{D0241F53-AA5D-42F5-913B-72BC105FEC21}" type="presOf" srcId="{7E161DF1-9614-41FC-AD0F-99D362CE5E08}" destId="{7E2775FB-889B-4705-AAF3-7A0F14916CFA}" srcOrd="0" destOrd="0" presId="urn:microsoft.com/office/officeart/2005/8/layout/list1"/>
    <dgm:cxn modelId="{F1241474-C825-494C-BE5E-A3DDA1625089}" type="presOf" srcId="{6991B098-594B-43A9-8059-F18F4A010046}" destId="{5ED8360D-8930-4A98-B53A-5A87B2EC5808}" srcOrd="1" destOrd="0" presId="urn:microsoft.com/office/officeart/2005/8/layout/list1"/>
    <dgm:cxn modelId="{D99F3759-1CCC-411E-841B-C43D1D1EDA39}" type="presOf" srcId="{935D0085-3D65-4B34-9707-9D075FB7C81A}" destId="{FFF45A65-0472-4CB1-8576-04DF98A63C78}" srcOrd="1" destOrd="0" presId="urn:microsoft.com/office/officeart/2005/8/layout/list1"/>
    <dgm:cxn modelId="{AD5E2F7B-BA36-424C-BEA4-EA60D804873A}" type="presOf" srcId="{935D0085-3D65-4B34-9707-9D075FB7C81A}" destId="{61214B7D-3846-4996-8BA5-5F8301EDC8D4}" srcOrd="0" destOrd="0" presId="urn:microsoft.com/office/officeart/2005/8/layout/list1"/>
    <dgm:cxn modelId="{97693881-7618-456E-A64C-C5E4660FFDEB}" srcId="{17D1E8C4-35A4-4002-982B-E10FE7231339}" destId="{3318B95D-0434-4F1C-8CB4-127E91547228}" srcOrd="8" destOrd="0" parTransId="{883CD868-447D-4340-B40E-A6037AAA7AAF}" sibTransId="{132F21CB-4092-4A5F-A224-801C24150804}"/>
    <dgm:cxn modelId="{88C13282-5A4F-45ED-B82E-1699718A7768}" srcId="{17D1E8C4-35A4-4002-982B-E10FE7231339}" destId="{AF0B8209-5EDA-46E7-B713-F62A0254E359}" srcOrd="7" destOrd="0" parTransId="{C93DE9E2-9D3C-420A-8730-312A513A40C7}" sibTransId="{9843B52E-A703-4A0D-8B79-03B9CC50328D}"/>
    <dgm:cxn modelId="{9838AC8C-C929-45AB-AA86-CD6315D0CEE4}" type="presOf" srcId="{8F1BAE07-27A0-4BFA-83F9-5A000B422C34}" destId="{4971F178-6B9D-49F5-9871-C6FE730D78E1}" srcOrd="0" destOrd="0" presId="urn:microsoft.com/office/officeart/2005/8/layout/list1"/>
    <dgm:cxn modelId="{90729E93-8DB3-4420-9BEA-FEA95CE27722}" type="presOf" srcId="{6991B098-594B-43A9-8059-F18F4A010046}" destId="{E353B090-568B-45AC-99A6-285BFD25F9D6}" srcOrd="0" destOrd="0" presId="urn:microsoft.com/office/officeart/2005/8/layout/list1"/>
    <dgm:cxn modelId="{399466B5-3F94-4D37-916F-4AD9E6C61D59}" type="presOf" srcId="{17D1E8C4-35A4-4002-982B-E10FE7231339}" destId="{5BCDC2BC-98B1-4202-A5B4-1B453A20F217}" srcOrd="0" destOrd="0" presId="urn:microsoft.com/office/officeart/2005/8/layout/list1"/>
    <dgm:cxn modelId="{E46B4BC2-321B-4405-A341-6DB7578EB64A}" srcId="{17D1E8C4-35A4-4002-982B-E10FE7231339}" destId="{7E161DF1-9614-41FC-AD0F-99D362CE5E08}" srcOrd="3" destOrd="0" parTransId="{546D823D-1266-426E-A0A7-423B0B63EDB5}" sibTransId="{D9D4B544-7B57-4EAD-8C9E-8807F141D560}"/>
    <dgm:cxn modelId="{B2F142CB-47AF-43E9-9F0D-B8ABE4163A8D}" type="presOf" srcId="{3318B95D-0434-4F1C-8CB4-127E91547228}" destId="{FD7AC041-12BE-46B3-9D38-F7A496736EE5}" srcOrd="1" destOrd="0" presId="urn:microsoft.com/office/officeart/2005/8/layout/list1"/>
    <dgm:cxn modelId="{42A397EE-F344-4798-9AFD-1AA1A5F36A2C}" type="presOf" srcId="{7E161DF1-9614-41FC-AD0F-99D362CE5E08}" destId="{DDBA522B-26C4-4556-9053-A923047CA298}" srcOrd="1" destOrd="0" presId="urn:microsoft.com/office/officeart/2005/8/layout/list1"/>
    <dgm:cxn modelId="{7805BDFB-CF8B-4A7B-93CC-A63D1A61235D}" srcId="{17D1E8C4-35A4-4002-982B-E10FE7231339}" destId="{F4FCAC55-810E-47FA-8329-B70CE352380A}" srcOrd="5" destOrd="0" parTransId="{F74D6A6E-C418-4CE1-BDD8-B12B5939B617}" sibTransId="{B67752D5-807F-4ABB-AB5A-1034ED0C8C12}"/>
    <dgm:cxn modelId="{2D45DDFB-1626-4E3A-9E55-14228FC7B66D}" type="presOf" srcId="{AF0B8209-5EDA-46E7-B713-F62A0254E359}" destId="{5E9E6EF6-B65B-4629-B1C6-1D62E07E06A2}" srcOrd="0" destOrd="0" presId="urn:microsoft.com/office/officeart/2005/8/layout/list1"/>
    <dgm:cxn modelId="{15E0EEFE-0BFA-4EC5-BD86-8F7FE9084988}" type="presOf" srcId="{8F1BAE07-27A0-4BFA-83F9-5A000B422C34}" destId="{087DE91E-58B0-4AB9-B37A-A94DD8B9B3D9}" srcOrd="1" destOrd="0" presId="urn:microsoft.com/office/officeart/2005/8/layout/list1"/>
    <dgm:cxn modelId="{2609CF60-D933-4B0A-84C1-C89243E4BF32}" type="presParOf" srcId="{5BCDC2BC-98B1-4202-A5B4-1B453A20F217}" destId="{43DADB1F-4619-4779-8D46-8ADB14BDF8E5}" srcOrd="0" destOrd="0" presId="urn:microsoft.com/office/officeart/2005/8/layout/list1"/>
    <dgm:cxn modelId="{3E84D2B1-95A0-4F51-9EF8-DE5ACAEC792E}" type="presParOf" srcId="{43DADB1F-4619-4779-8D46-8ADB14BDF8E5}" destId="{61214B7D-3846-4996-8BA5-5F8301EDC8D4}" srcOrd="0" destOrd="0" presId="urn:microsoft.com/office/officeart/2005/8/layout/list1"/>
    <dgm:cxn modelId="{63E6D9C0-6334-44B2-A8F2-71DB5AA87758}" type="presParOf" srcId="{43DADB1F-4619-4779-8D46-8ADB14BDF8E5}" destId="{FFF45A65-0472-4CB1-8576-04DF98A63C78}" srcOrd="1" destOrd="0" presId="urn:microsoft.com/office/officeart/2005/8/layout/list1"/>
    <dgm:cxn modelId="{78887087-9832-416E-AB30-80C2F06B8D7B}" type="presParOf" srcId="{5BCDC2BC-98B1-4202-A5B4-1B453A20F217}" destId="{E3C24784-DC07-442B-B9E6-9FA06F82B86E}" srcOrd="1" destOrd="0" presId="urn:microsoft.com/office/officeart/2005/8/layout/list1"/>
    <dgm:cxn modelId="{9C2B3288-1823-4062-9A03-7635C48B27F5}" type="presParOf" srcId="{5BCDC2BC-98B1-4202-A5B4-1B453A20F217}" destId="{6123AC42-40B5-4F77-A716-6A1EE596C0F8}" srcOrd="2" destOrd="0" presId="urn:microsoft.com/office/officeart/2005/8/layout/list1"/>
    <dgm:cxn modelId="{6E086F13-A0C7-4C29-82B6-98A9F217A12B}" type="presParOf" srcId="{5BCDC2BC-98B1-4202-A5B4-1B453A20F217}" destId="{C61696B5-6E7F-4FEB-A888-2B58B4F6BC49}" srcOrd="3" destOrd="0" presId="urn:microsoft.com/office/officeart/2005/8/layout/list1"/>
    <dgm:cxn modelId="{5CE9AA15-384E-4BAD-8489-FC9BECDEFFCA}" type="presParOf" srcId="{5BCDC2BC-98B1-4202-A5B4-1B453A20F217}" destId="{C29C39BD-8AC3-4A2E-8C20-DADAFCA91419}" srcOrd="4" destOrd="0" presId="urn:microsoft.com/office/officeart/2005/8/layout/list1"/>
    <dgm:cxn modelId="{C7EA3210-8B4E-442B-9828-51715847608B}" type="presParOf" srcId="{C29C39BD-8AC3-4A2E-8C20-DADAFCA91419}" destId="{E353B090-568B-45AC-99A6-285BFD25F9D6}" srcOrd="0" destOrd="0" presId="urn:microsoft.com/office/officeart/2005/8/layout/list1"/>
    <dgm:cxn modelId="{1E98FAC4-E3CD-4810-9CB6-74489347D782}" type="presParOf" srcId="{C29C39BD-8AC3-4A2E-8C20-DADAFCA91419}" destId="{5ED8360D-8930-4A98-B53A-5A87B2EC5808}" srcOrd="1" destOrd="0" presId="urn:microsoft.com/office/officeart/2005/8/layout/list1"/>
    <dgm:cxn modelId="{C6CBC464-BF4F-4E51-9FB8-84091A552BC3}" type="presParOf" srcId="{5BCDC2BC-98B1-4202-A5B4-1B453A20F217}" destId="{4AD3E521-49C4-4CAA-AD0E-071A95A9E659}" srcOrd="5" destOrd="0" presId="urn:microsoft.com/office/officeart/2005/8/layout/list1"/>
    <dgm:cxn modelId="{0623DB68-06DA-4101-B6E7-5B99AD052BF2}" type="presParOf" srcId="{5BCDC2BC-98B1-4202-A5B4-1B453A20F217}" destId="{E82D4717-0EBC-4D81-877F-E0F3AF4487FA}" srcOrd="6" destOrd="0" presId="urn:microsoft.com/office/officeart/2005/8/layout/list1"/>
    <dgm:cxn modelId="{07FE402A-B407-4E36-ABAB-ACF3D28DE1F7}" type="presParOf" srcId="{5BCDC2BC-98B1-4202-A5B4-1B453A20F217}" destId="{645AD122-AB3F-43A2-A5DA-E5622E963C50}" srcOrd="7" destOrd="0" presId="urn:microsoft.com/office/officeart/2005/8/layout/list1"/>
    <dgm:cxn modelId="{05F5D154-573C-4ED4-9E40-43504D71568C}" type="presParOf" srcId="{5BCDC2BC-98B1-4202-A5B4-1B453A20F217}" destId="{FEE914CB-9FB7-4C0A-A4EA-055318204B2A}" srcOrd="8" destOrd="0" presId="urn:microsoft.com/office/officeart/2005/8/layout/list1"/>
    <dgm:cxn modelId="{5169736E-19DE-43F8-B4B5-4F621E8742D8}" type="presParOf" srcId="{FEE914CB-9FB7-4C0A-A4EA-055318204B2A}" destId="{4971F178-6B9D-49F5-9871-C6FE730D78E1}" srcOrd="0" destOrd="0" presId="urn:microsoft.com/office/officeart/2005/8/layout/list1"/>
    <dgm:cxn modelId="{F71CB2F7-65D4-40B7-B692-C6A07B9DB69F}" type="presParOf" srcId="{FEE914CB-9FB7-4C0A-A4EA-055318204B2A}" destId="{087DE91E-58B0-4AB9-B37A-A94DD8B9B3D9}" srcOrd="1" destOrd="0" presId="urn:microsoft.com/office/officeart/2005/8/layout/list1"/>
    <dgm:cxn modelId="{03B921D8-A0CF-4217-8E35-BF4A2ABE7675}" type="presParOf" srcId="{5BCDC2BC-98B1-4202-A5B4-1B453A20F217}" destId="{4DB8173D-D3CB-4FDC-86BB-451378F1EA00}" srcOrd="9" destOrd="0" presId="urn:microsoft.com/office/officeart/2005/8/layout/list1"/>
    <dgm:cxn modelId="{8B5A5C3F-77F2-49AD-BEDB-FABF84345CDB}" type="presParOf" srcId="{5BCDC2BC-98B1-4202-A5B4-1B453A20F217}" destId="{043F7A27-7CE2-48CE-B0BA-4714C9D7ECE3}" srcOrd="10" destOrd="0" presId="urn:microsoft.com/office/officeart/2005/8/layout/list1"/>
    <dgm:cxn modelId="{9FD008B0-BDCE-4530-B706-9451EBB6BFAD}" type="presParOf" srcId="{5BCDC2BC-98B1-4202-A5B4-1B453A20F217}" destId="{D8F7E729-EC33-448C-9EE4-5273EC83ED44}" srcOrd="11" destOrd="0" presId="urn:microsoft.com/office/officeart/2005/8/layout/list1"/>
    <dgm:cxn modelId="{27DD9089-A49C-4FD1-8CCE-031C59E1BEC8}" type="presParOf" srcId="{5BCDC2BC-98B1-4202-A5B4-1B453A20F217}" destId="{1647D60C-10C6-4D04-A19D-013E96266786}" srcOrd="12" destOrd="0" presId="urn:microsoft.com/office/officeart/2005/8/layout/list1"/>
    <dgm:cxn modelId="{56D9EA76-C101-431F-ABAD-8E77431C5B34}" type="presParOf" srcId="{1647D60C-10C6-4D04-A19D-013E96266786}" destId="{7E2775FB-889B-4705-AAF3-7A0F14916CFA}" srcOrd="0" destOrd="0" presId="urn:microsoft.com/office/officeart/2005/8/layout/list1"/>
    <dgm:cxn modelId="{BC6EC3ED-A5AC-4E3C-882E-F822914229AB}" type="presParOf" srcId="{1647D60C-10C6-4D04-A19D-013E96266786}" destId="{DDBA522B-26C4-4556-9053-A923047CA298}" srcOrd="1" destOrd="0" presId="urn:microsoft.com/office/officeart/2005/8/layout/list1"/>
    <dgm:cxn modelId="{5F81AD46-A9E1-4FB4-8F1C-42C91AAA0053}" type="presParOf" srcId="{5BCDC2BC-98B1-4202-A5B4-1B453A20F217}" destId="{DF4472EC-5F53-4738-BF43-AF1970737DA2}" srcOrd="13" destOrd="0" presId="urn:microsoft.com/office/officeart/2005/8/layout/list1"/>
    <dgm:cxn modelId="{B802C4E6-51A8-44FC-9A84-1C4C10B64A40}" type="presParOf" srcId="{5BCDC2BC-98B1-4202-A5B4-1B453A20F217}" destId="{C6AF85A5-742C-480F-8A96-C8365A5EBC88}" srcOrd="14" destOrd="0" presId="urn:microsoft.com/office/officeart/2005/8/layout/list1"/>
    <dgm:cxn modelId="{108D1E34-635E-427F-A5A3-40247BEAFF43}" type="presParOf" srcId="{5BCDC2BC-98B1-4202-A5B4-1B453A20F217}" destId="{44C393FD-FC17-4207-AE79-4452A9BF808B}" srcOrd="15" destOrd="0" presId="urn:microsoft.com/office/officeart/2005/8/layout/list1"/>
    <dgm:cxn modelId="{23D68E7D-176A-4F20-8EB3-C2CEDDF5FB4C}" type="presParOf" srcId="{5BCDC2BC-98B1-4202-A5B4-1B453A20F217}" destId="{E43EA5CF-ECAB-4350-823D-CCC3D6159598}" srcOrd="16" destOrd="0" presId="urn:microsoft.com/office/officeart/2005/8/layout/list1"/>
    <dgm:cxn modelId="{602A178C-5D1D-464B-8F00-2996FE4FFD88}" type="presParOf" srcId="{E43EA5CF-ECAB-4350-823D-CCC3D6159598}" destId="{E411C194-4ADD-48FB-9D39-A7F5E8F2AA78}" srcOrd="0" destOrd="0" presId="urn:microsoft.com/office/officeart/2005/8/layout/list1"/>
    <dgm:cxn modelId="{B65CB7C5-E956-4249-9742-A038EE8A6BA9}" type="presParOf" srcId="{E43EA5CF-ECAB-4350-823D-CCC3D6159598}" destId="{92B843B0-438F-4FBC-90B1-6B8AF22F6C54}" srcOrd="1" destOrd="0" presId="urn:microsoft.com/office/officeart/2005/8/layout/list1"/>
    <dgm:cxn modelId="{4EC072DB-76C2-40D9-AC21-76C7C1D49F4D}" type="presParOf" srcId="{5BCDC2BC-98B1-4202-A5B4-1B453A20F217}" destId="{BB35DF11-289B-4726-ADB7-5DF981354A7F}" srcOrd="17" destOrd="0" presId="urn:microsoft.com/office/officeart/2005/8/layout/list1"/>
    <dgm:cxn modelId="{6FED3EF5-CDCA-448B-B9C9-11886A379A18}" type="presParOf" srcId="{5BCDC2BC-98B1-4202-A5B4-1B453A20F217}" destId="{0B12164E-3986-49EF-8D4D-8E41A5416198}" srcOrd="18" destOrd="0" presId="urn:microsoft.com/office/officeart/2005/8/layout/list1"/>
    <dgm:cxn modelId="{FC288DBF-3426-4A22-B212-FC15EC70E659}" type="presParOf" srcId="{5BCDC2BC-98B1-4202-A5B4-1B453A20F217}" destId="{F348937B-AE42-458C-9F53-49FE2AA58BB3}" srcOrd="19" destOrd="0" presId="urn:microsoft.com/office/officeart/2005/8/layout/list1"/>
    <dgm:cxn modelId="{9D1A3618-943D-467F-BCFE-EE1CC3EF4834}" type="presParOf" srcId="{5BCDC2BC-98B1-4202-A5B4-1B453A20F217}" destId="{FA10497E-7859-4E10-98D9-7CE86A4EECA3}" srcOrd="20" destOrd="0" presId="urn:microsoft.com/office/officeart/2005/8/layout/list1"/>
    <dgm:cxn modelId="{C3F3C317-BA04-402D-9505-E53972C0C812}" type="presParOf" srcId="{FA10497E-7859-4E10-98D9-7CE86A4EECA3}" destId="{98BC2383-D35E-42DA-90D0-C9097948F48D}" srcOrd="0" destOrd="0" presId="urn:microsoft.com/office/officeart/2005/8/layout/list1"/>
    <dgm:cxn modelId="{788EAB9A-E73E-443A-92E9-CC03DF2D93C1}" type="presParOf" srcId="{FA10497E-7859-4E10-98D9-7CE86A4EECA3}" destId="{47C4D4AD-0C49-49F8-AAC3-6660DF4F46C0}" srcOrd="1" destOrd="0" presId="urn:microsoft.com/office/officeart/2005/8/layout/list1"/>
    <dgm:cxn modelId="{27E81442-1AF8-48E2-9CA1-7C01CCD27379}" type="presParOf" srcId="{5BCDC2BC-98B1-4202-A5B4-1B453A20F217}" destId="{A99B8B60-4AE5-438F-84A9-6A4736179A13}" srcOrd="21" destOrd="0" presId="urn:microsoft.com/office/officeart/2005/8/layout/list1"/>
    <dgm:cxn modelId="{56411878-3AF5-4D05-A133-AE1DF859049F}" type="presParOf" srcId="{5BCDC2BC-98B1-4202-A5B4-1B453A20F217}" destId="{FA26A619-FD41-44BC-B61D-AFEBB37B8F63}" srcOrd="22" destOrd="0" presId="urn:microsoft.com/office/officeart/2005/8/layout/list1"/>
    <dgm:cxn modelId="{69C9620A-4240-43A6-9736-3EFB0F848822}" type="presParOf" srcId="{5BCDC2BC-98B1-4202-A5B4-1B453A20F217}" destId="{478E6596-E984-4FEC-866F-DD9954DD45AF}" srcOrd="23" destOrd="0" presId="urn:microsoft.com/office/officeart/2005/8/layout/list1"/>
    <dgm:cxn modelId="{B12CA7B2-E3B3-4F43-B763-D29327E83041}" type="presParOf" srcId="{5BCDC2BC-98B1-4202-A5B4-1B453A20F217}" destId="{28FB4845-7425-4101-B613-0FEAD41CC023}" srcOrd="24" destOrd="0" presId="urn:microsoft.com/office/officeart/2005/8/layout/list1"/>
    <dgm:cxn modelId="{6C7DEE8B-9567-456A-85EE-51833E2B709A}" type="presParOf" srcId="{28FB4845-7425-4101-B613-0FEAD41CC023}" destId="{73630967-414D-4942-B168-F77AE69E7215}" srcOrd="0" destOrd="0" presId="urn:microsoft.com/office/officeart/2005/8/layout/list1"/>
    <dgm:cxn modelId="{95362DD5-4019-44AE-807E-E99A4E40CE80}" type="presParOf" srcId="{28FB4845-7425-4101-B613-0FEAD41CC023}" destId="{C8D481BB-111A-49F9-885B-CBEAC4CBA78A}" srcOrd="1" destOrd="0" presId="urn:microsoft.com/office/officeart/2005/8/layout/list1"/>
    <dgm:cxn modelId="{C0971A1A-5645-458E-A2A8-039FA631E5B3}" type="presParOf" srcId="{5BCDC2BC-98B1-4202-A5B4-1B453A20F217}" destId="{E6131BCA-5F54-46ED-A522-FA70278A94F7}" srcOrd="25" destOrd="0" presId="urn:microsoft.com/office/officeart/2005/8/layout/list1"/>
    <dgm:cxn modelId="{BB1152C0-4F52-4405-AEB1-562B8959AB44}" type="presParOf" srcId="{5BCDC2BC-98B1-4202-A5B4-1B453A20F217}" destId="{B7E1E8E2-9159-42AD-97AE-BD4D1FA6AAE1}" srcOrd="26" destOrd="0" presId="urn:microsoft.com/office/officeart/2005/8/layout/list1"/>
    <dgm:cxn modelId="{98CAB56D-54A9-4807-8DD8-0A1CE9DD0FE4}" type="presParOf" srcId="{5BCDC2BC-98B1-4202-A5B4-1B453A20F217}" destId="{BFF73DA4-7F55-49F4-9292-8AD21249B1F4}" srcOrd="27" destOrd="0" presId="urn:microsoft.com/office/officeart/2005/8/layout/list1"/>
    <dgm:cxn modelId="{31B76AAA-9610-4172-A702-1769DBEC268B}" type="presParOf" srcId="{5BCDC2BC-98B1-4202-A5B4-1B453A20F217}" destId="{F464752B-6137-444E-BDF6-38FD73005A28}" srcOrd="28" destOrd="0" presId="urn:microsoft.com/office/officeart/2005/8/layout/list1"/>
    <dgm:cxn modelId="{C02999FC-4948-46DB-BE0F-6F4E1FBBBCE6}" type="presParOf" srcId="{F464752B-6137-444E-BDF6-38FD73005A28}" destId="{5E9E6EF6-B65B-4629-B1C6-1D62E07E06A2}" srcOrd="0" destOrd="0" presId="urn:microsoft.com/office/officeart/2005/8/layout/list1"/>
    <dgm:cxn modelId="{7541E8D2-88AE-4DB9-A0B7-DCCB54679804}" type="presParOf" srcId="{F464752B-6137-444E-BDF6-38FD73005A28}" destId="{3E48EAA0-5377-4829-8A8D-66CB32C03CE5}" srcOrd="1" destOrd="0" presId="urn:microsoft.com/office/officeart/2005/8/layout/list1"/>
    <dgm:cxn modelId="{E1B6185F-1A14-4472-9579-444A0FF5D1CD}" type="presParOf" srcId="{5BCDC2BC-98B1-4202-A5B4-1B453A20F217}" destId="{4D1BC978-8B5B-498D-9746-3B21A542D35A}" srcOrd="29" destOrd="0" presId="urn:microsoft.com/office/officeart/2005/8/layout/list1"/>
    <dgm:cxn modelId="{9E6F5B89-3285-4DD9-9801-B82314BC016E}" type="presParOf" srcId="{5BCDC2BC-98B1-4202-A5B4-1B453A20F217}" destId="{213D2766-F8BA-4417-A991-2A3F7AB361ED}" srcOrd="30" destOrd="0" presId="urn:microsoft.com/office/officeart/2005/8/layout/list1"/>
    <dgm:cxn modelId="{7E03737E-B233-477B-BE88-90EC695A2DE0}" type="presParOf" srcId="{5BCDC2BC-98B1-4202-A5B4-1B453A20F217}" destId="{E3DBF8EB-F356-44D8-A6EF-E9B641686E13}" srcOrd="31" destOrd="0" presId="urn:microsoft.com/office/officeart/2005/8/layout/list1"/>
    <dgm:cxn modelId="{D564084C-9DE9-490A-AA83-42447DF9E7FA}" type="presParOf" srcId="{5BCDC2BC-98B1-4202-A5B4-1B453A20F217}" destId="{FA5B0657-82F1-47D7-BDD7-DE333D553164}" srcOrd="32" destOrd="0" presId="urn:microsoft.com/office/officeart/2005/8/layout/list1"/>
    <dgm:cxn modelId="{3D3CF39E-5671-4E76-BAF9-67E2C4181687}" type="presParOf" srcId="{FA5B0657-82F1-47D7-BDD7-DE333D553164}" destId="{D211FF0F-DD1B-4404-8A28-A453EC1FC5B1}" srcOrd="0" destOrd="0" presId="urn:microsoft.com/office/officeart/2005/8/layout/list1"/>
    <dgm:cxn modelId="{AD829FAE-611C-418B-BA64-4CBAC86270A6}" type="presParOf" srcId="{FA5B0657-82F1-47D7-BDD7-DE333D553164}" destId="{FD7AC041-12BE-46B3-9D38-F7A496736EE5}" srcOrd="1" destOrd="0" presId="urn:microsoft.com/office/officeart/2005/8/layout/list1"/>
    <dgm:cxn modelId="{096F9599-C741-43B0-92B9-BCDD2B5BA18E}" type="presParOf" srcId="{5BCDC2BC-98B1-4202-A5B4-1B453A20F217}" destId="{E5C5CC7E-E72B-4609-B35C-F631DDF62692}" srcOrd="33" destOrd="0" presId="urn:microsoft.com/office/officeart/2005/8/layout/list1"/>
    <dgm:cxn modelId="{D28524EE-F585-402C-849E-9E7120CB0AC1}" type="presParOf" srcId="{5BCDC2BC-98B1-4202-A5B4-1B453A20F217}" destId="{54B92C28-73B9-45C0-BBCD-4F3C57A54F2D}" srcOrd="3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E8A9B9-F1A4-43B3-985C-9576508FD7A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7540520D-B0F8-417D-9751-03CBAC158A80}">
      <dgm:prSet custT="1"/>
      <dgm:spPr>
        <a:solidFill>
          <a:schemeClr val="accent5">
            <a:lumMod val="75000"/>
          </a:schemeClr>
        </a:solidFill>
      </dgm:spPr>
      <dgm:t>
        <a:bodyPr/>
        <a:lstStyle/>
        <a:p>
          <a:r>
            <a:rPr lang="en-US" sz="4000" dirty="0"/>
            <a:t>Why</a:t>
          </a:r>
        </a:p>
        <a:p>
          <a:r>
            <a:rPr lang="en-US" sz="4000" dirty="0"/>
            <a:t> Cyber Security</a:t>
          </a:r>
        </a:p>
      </dgm:t>
    </dgm:pt>
    <dgm:pt modelId="{3EEBC7AC-F6E5-49FF-B36C-90489A08CF0E}" type="parTrans" cxnId="{352D6497-ABC4-4555-A670-1C0732338654}">
      <dgm:prSet/>
      <dgm:spPr/>
      <dgm:t>
        <a:bodyPr/>
        <a:lstStyle/>
        <a:p>
          <a:endParaRPr lang="en-US"/>
        </a:p>
      </dgm:t>
    </dgm:pt>
    <dgm:pt modelId="{996474F2-278E-4325-B678-A2BE0AB7BC25}" type="sibTrans" cxnId="{352D6497-ABC4-4555-A670-1C0732338654}">
      <dgm:prSet/>
      <dgm:spPr/>
      <dgm:t>
        <a:bodyPr/>
        <a:lstStyle/>
        <a:p>
          <a:endParaRPr lang="en-US"/>
        </a:p>
      </dgm:t>
    </dgm:pt>
    <dgm:pt modelId="{44ADC4B1-2D92-4B1E-8A66-FB9D49D117F8}" type="pres">
      <dgm:prSet presAssocID="{75E8A9B9-F1A4-43B3-985C-9576508FD7A2}" presName="Name0" presStyleCnt="0">
        <dgm:presLayoutVars>
          <dgm:dir/>
          <dgm:animLvl val="lvl"/>
          <dgm:resizeHandles val="exact"/>
        </dgm:presLayoutVars>
      </dgm:prSet>
      <dgm:spPr/>
    </dgm:pt>
    <dgm:pt modelId="{C95DD160-CA1F-414C-A8C5-768E5E17ECCA}" type="pres">
      <dgm:prSet presAssocID="{7540520D-B0F8-417D-9751-03CBAC158A80}" presName="linNode" presStyleCnt="0"/>
      <dgm:spPr/>
    </dgm:pt>
    <dgm:pt modelId="{AE96149D-B29A-4628-9120-83EA0CF8D951}" type="pres">
      <dgm:prSet presAssocID="{7540520D-B0F8-417D-9751-03CBAC158A80}" presName="parentText" presStyleLbl="node1" presStyleIdx="0" presStyleCnt="1" custScaleX="124979" custLinFactNeighborY="-1607">
        <dgm:presLayoutVars>
          <dgm:chMax val="1"/>
          <dgm:bulletEnabled val="1"/>
        </dgm:presLayoutVars>
      </dgm:prSet>
      <dgm:spPr/>
    </dgm:pt>
  </dgm:ptLst>
  <dgm:cxnLst>
    <dgm:cxn modelId="{352D6497-ABC4-4555-A670-1C0732338654}" srcId="{75E8A9B9-F1A4-43B3-985C-9576508FD7A2}" destId="{7540520D-B0F8-417D-9751-03CBAC158A80}" srcOrd="0" destOrd="0" parTransId="{3EEBC7AC-F6E5-49FF-B36C-90489A08CF0E}" sibTransId="{996474F2-278E-4325-B678-A2BE0AB7BC25}"/>
    <dgm:cxn modelId="{1A3A2F9C-E194-4A69-BBE0-0C299962442A}" type="presOf" srcId="{7540520D-B0F8-417D-9751-03CBAC158A80}" destId="{AE96149D-B29A-4628-9120-83EA0CF8D951}" srcOrd="0" destOrd="0" presId="urn:microsoft.com/office/officeart/2005/8/layout/vList5"/>
    <dgm:cxn modelId="{B790F2DE-6401-4E6C-AD0D-00545A29F4F3}" type="presOf" srcId="{75E8A9B9-F1A4-43B3-985C-9576508FD7A2}" destId="{44ADC4B1-2D92-4B1E-8A66-FB9D49D117F8}" srcOrd="0" destOrd="0" presId="urn:microsoft.com/office/officeart/2005/8/layout/vList5"/>
    <dgm:cxn modelId="{48096BAD-479A-4A25-A386-CBC811021EC1}" type="presParOf" srcId="{44ADC4B1-2D92-4B1E-8A66-FB9D49D117F8}" destId="{C95DD160-CA1F-414C-A8C5-768E5E17ECCA}" srcOrd="0" destOrd="0" presId="urn:microsoft.com/office/officeart/2005/8/layout/vList5"/>
    <dgm:cxn modelId="{BACA4F38-16CD-4AB2-92FB-E8420EB669B4}" type="presParOf" srcId="{C95DD160-CA1F-414C-A8C5-768E5E17ECCA}" destId="{AE96149D-B29A-4628-9120-83EA0CF8D951}"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9928CF-C7F4-464A-A68B-E64008735AB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D522F27-5129-41CC-A9F1-EB1238D56116}">
      <dgm:prSet/>
      <dgm:spPr/>
      <dgm:t>
        <a:bodyPr/>
        <a:lstStyle/>
        <a:p>
          <a:r>
            <a:rPr lang="en-US" b="0" i="0" dirty="0"/>
            <a:t>Today, cars contain up to 150 electronic control units and about 100 million lines of software code – four times more than a fighter jet –, projected to rise to 300 million lines of code by 2030.</a:t>
          </a:r>
          <a:endParaRPr lang="en-US" dirty="0"/>
        </a:p>
      </dgm:t>
    </dgm:pt>
    <dgm:pt modelId="{89C1873A-DAC7-4D08-97BE-F75E94BD7B44}" type="parTrans" cxnId="{29F81269-CFD4-4F70-8564-F6F122ED365D}">
      <dgm:prSet/>
      <dgm:spPr/>
      <dgm:t>
        <a:bodyPr/>
        <a:lstStyle/>
        <a:p>
          <a:endParaRPr lang="en-US"/>
        </a:p>
      </dgm:t>
    </dgm:pt>
    <dgm:pt modelId="{F7CBB8AA-4E07-4198-9C5D-8EA9DB569901}" type="sibTrans" cxnId="{29F81269-CFD4-4F70-8564-F6F122ED365D}">
      <dgm:prSet/>
      <dgm:spPr/>
      <dgm:t>
        <a:bodyPr/>
        <a:lstStyle/>
        <a:p>
          <a:endParaRPr lang="en-US"/>
        </a:p>
      </dgm:t>
    </dgm:pt>
    <dgm:pt modelId="{903AF64C-6BAD-472B-805F-4A6580C80261}">
      <dgm:prSet/>
      <dgm:spPr/>
      <dgm:t>
        <a:bodyPr/>
        <a:lstStyle/>
        <a:p>
          <a:pPr>
            <a:buClrTx/>
            <a:buSzTx/>
            <a:buFont typeface="Arial" panose="020B0604020202020204" pitchFamily="34" charset="0"/>
            <a:buChar char="•"/>
          </a:pPr>
          <a:r>
            <a:rPr lang="en-US" b="0" i="0" dirty="0"/>
            <a:t>automotive manufacturers must comply with the United Nations Economic Commission for Europe (UNECE) Regulation WP.29/R155</a:t>
          </a:r>
          <a:endParaRPr lang="en-US" dirty="0"/>
        </a:p>
      </dgm:t>
    </dgm:pt>
    <dgm:pt modelId="{DC1DC68F-03CE-4CA1-8DAA-13418F8C10DA}" type="parTrans" cxnId="{D7E08BC0-8EAE-4894-9319-9F653982C685}">
      <dgm:prSet/>
      <dgm:spPr/>
      <dgm:t>
        <a:bodyPr/>
        <a:lstStyle/>
        <a:p>
          <a:endParaRPr lang="en-US"/>
        </a:p>
      </dgm:t>
    </dgm:pt>
    <dgm:pt modelId="{D18F6782-FFA8-4E61-9E4C-D3F44655A34F}" type="sibTrans" cxnId="{D7E08BC0-8EAE-4894-9319-9F653982C685}">
      <dgm:prSet/>
      <dgm:spPr/>
      <dgm:t>
        <a:bodyPr/>
        <a:lstStyle/>
        <a:p>
          <a:endParaRPr lang="en-US"/>
        </a:p>
      </dgm:t>
    </dgm:pt>
    <dgm:pt modelId="{08AB8567-C903-436B-A84B-AD0A2B8AB827}">
      <dgm:prSet/>
      <dgm:spPr/>
      <dgm:t>
        <a:bodyPr/>
        <a:lstStyle/>
        <a:p>
          <a:r>
            <a:rPr lang="en-US" b="0" i="0" dirty="0">
              <a:solidFill>
                <a:srgbClr val="FFC000"/>
              </a:solidFill>
              <a:hlinkClick xmlns:r="http://schemas.openxmlformats.org/officeDocument/2006/relationships" r:id="rId1">
                <a:extLst>
                  <a:ext uri="{A12FA001-AC4F-418D-AE19-62706E023703}">
                    <ahyp:hlinkClr xmlns:ahyp="http://schemas.microsoft.com/office/drawing/2018/hyperlinkcolor" val="tx"/>
                  </a:ext>
                </a:extLst>
              </a:hlinkClick>
            </a:rPr>
            <a:t>ISO/SAE 21434</a:t>
          </a:r>
          <a:r>
            <a:rPr lang="en-US" b="0" i="0" dirty="0">
              <a:solidFill>
                <a:srgbClr val="FFC000"/>
              </a:solidFill>
            </a:rPr>
            <a:t> </a:t>
          </a:r>
          <a:r>
            <a:rPr lang="en-US" b="0" i="0" dirty="0"/>
            <a:t>(Road vehicles – Cybersecurity Engineering) and UNECE WP.29 (Regulation on Cybersecurity) are examples for the regulations needed for the manufacturers to comply to.</a:t>
          </a:r>
          <a:endParaRPr lang="en-US" dirty="0"/>
        </a:p>
      </dgm:t>
    </dgm:pt>
    <dgm:pt modelId="{881D4EF9-6390-4E3E-B620-7C393A715016}" type="parTrans" cxnId="{E22CCF4D-C3D1-44D0-9BED-D17684144760}">
      <dgm:prSet/>
      <dgm:spPr/>
      <dgm:t>
        <a:bodyPr/>
        <a:lstStyle/>
        <a:p>
          <a:endParaRPr lang="en-US"/>
        </a:p>
      </dgm:t>
    </dgm:pt>
    <dgm:pt modelId="{75D4AAC9-F149-4FD8-B65A-4B1829BDE452}" type="sibTrans" cxnId="{E22CCF4D-C3D1-44D0-9BED-D17684144760}">
      <dgm:prSet/>
      <dgm:spPr/>
      <dgm:t>
        <a:bodyPr/>
        <a:lstStyle/>
        <a:p>
          <a:endParaRPr lang="en-US"/>
        </a:p>
      </dgm:t>
    </dgm:pt>
    <dgm:pt modelId="{25A27BF4-A98A-4289-8417-294D27E1ABFA}" type="pres">
      <dgm:prSet presAssocID="{A19928CF-C7F4-464A-A68B-E64008735AB1}" presName="linear" presStyleCnt="0">
        <dgm:presLayoutVars>
          <dgm:animLvl val="lvl"/>
          <dgm:resizeHandles val="exact"/>
        </dgm:presLayoutVars>
      </dgm:prSet>
      <dgm:spPr/>
    </dgm:pt>
    <dgm:pt modelId="{0A68A63B-5E78-4A4C-9308-8324A35EAB8C}" type="pres">
      <dgm:prSet presAssocID="{ED522F27-5129-41CC-A9F1-EB1238D56116}" presName="parentText" presStyleLbl="node1" presStyleIdx="0" presStyleCnt="3">
        <dgm:presLayoutVars>
          <dgm:chMax val="0"/>
          <dgm:bulletEnabled val="1"/>
        </dgm:presLayoutVars>
      </dgm:prSet>
      <dgm:spPr/>
    </dgm:pt>
    <dgm:pt modelId="{69117261-56D4-43BB-ABFE-F8E7365EB123}" type="pres">
      <dgm:prSet presAssocID="{F7CBB8AA-4E07-4198-9C5D-8EA9DB569901}" presName="spacer" presStyleCnt="0"/>
      <dgm:spPr/>
    </dgm:pt>
    <dgm:pt modelId="{959D4D02-C2D7-4894-8AD0-1E67B6F40723}" type="pres">
      <dgm:prSet presAssocID="{08AB8567-C903-436B-A84B-AD0A2B8AB827}" presName="parentText" presStyleLbl="node1" presStyleIdx="1" presStyleCnt="3">
        <dgm:presLayoutVars>
          <dgm:chMax val="0"/>
          <dgm:bulletEnabled val="1"/>
        </dgm:presLayoutVars>
      </dgm:prSet>
      <dgm:spPr/>
    </dgm:pt>
    <dgm:pt modelId="{1D4AC8C9-A2EB-4EF1-A061-7343ED698C42}" type="pres">
      <dgm:prSet presAssocID="{75D4AAC9-F149-4FD8-B65A-4B1829BDE452}" presName="spacer" presStyleCnt="0"/>
      <dgm:spPr/>
    </dgm:pt>
    <dgm:pt modelId="{DC50DB28-8B41-4EF5-BE16-9DD067C26661}" type="pres">
      <dgm:prSet presAssocID="{903AF64C-6BAD-472B-805F-4A6580C80261}" presName="parentText" presStyleLbl="node1" presStyleIdx="2" presStyleCnt="3">
        <dgm:presLayoutVars>
          <dgm:chMax val="0"/>
          <dgm:bulletEnabled val="1"/>
        </dgm:presLayoutVars>
      </dgm:prSet>
      <dgm:spPr/>
    </dgm:pt>
  </dgm:ptLst>
  <dgm:cxnLst>
    <dgm:cxn modelId="{078F7D3B-DBE9-4552-BD70-783DBB6FC51B}" type="presOf" srcId="{08AB8567-C903-436B-A84B-AD0A2B8AB827}" destId="{959D4D02-C2D7-4894-8AD0-1E67B6F40723}" srcOrd="0" destOrd="0" presId="urn:microsoft.com/office/officeart/2005/8/layout/vList2"/>
    <dgm:cxn modelId="{6011E73C-720D-417F-B34D-60DB0EE7F6D9}" type="presOf" srcId="{ED522F27-5129-41CC-A9F1-EB1238D56116}" destId="{0A68A63B-5E78-4A4C-9308-8324A35EAB8C}" srcOrd="0" destOrd="0" presId="urn:microsoft.com/office/officeart/2005/8/layout/vList2"/>
    <dgm:cxn modelId="{29F81269-CFD4-4F70-8564-F6F122ED365D}" srcId="{A19928CF-C7F4-464A-A68B-E64008735AB1}" destId="{ED522F27-5129-41CC-A9F1-EB1238D56116}" srcOrd="0" destOrd="0" parTransId="{89C1873A-DAC7-4D08-97BE-F75E94BD7B44}" sibTransId="{F7CBB8AA-4E07-4198-9C5D-8EA9DB569901}"/>
    <dgm:cxn modelId="{9161506B-E6C4-49C5-8E08-F88E62F89FEF}" type="presOf" srcId="{A19928CF-C7F4-464A-A68B-E64008735AB1}" destId="{25A27BF4-A98A-4289-8417-294D27E1ABFA}" srcOrd="0" destOrd="0" presId="urn:microsoft.com/office/officeart/2005/8/layout/vList2"/>
    <dgm:cxn modelId="{E22CCF4D-C3D1-44D0-9BED-D17684144760}" srcId="{A19928CF-C7F4-464A-A68B-E64008735AB1}" destId="{08AB8567-C903-436B-A84B-AD0A2B8AB827}" srcOrd="1" destOrd="0" parTransId="{881D4EF9-6390-4E3E-B620-7C393A715016}" sibTransId="{75D4AAC9-F149-4FD8-B65A-4B1829BDE452}"/>
    <dgm:cxn modelId="{7C2D3987-7713-45BB-A53B-737C733B21C2}" type="presOf" srcId="{903AF64C-6BAD-472B-805F-4A6580C80261}" destId="{DC50DB28-8B41-4EF5-BE16-9DD067C26661}" srcOrd="0" destOrd="0" presId="urn:microsoft.com/office/officeart/2005/8/layout/vList2"/>
    <dgm:cxn modelId="{D7E08BC0-8EAE-4894-9319-9F653982C685}" srcId="{A19928CF-C7F4-464A-A68B-E64008735AB1}" destId="{903AF64C-6BAD-472B-805F-4A6580C80261}" srcOrd="2" destOrd="0" parTransId="{DC1DC68F-03CE-4CA1-8DAA-13418F8C10DA}" sibTransId="{D18F6782-FFA8-4E61-9E4C-D3F44655A34F}"/>
    <dgm:cxn modelId="{9D3F7041-7880-414E-BFF7-7972C84C5C4A}" type="presParOf" srcId="{25A27BF4-A98A-4289-8417-294D27E1ABFA}" destId="{0A68A63B-5E78-4A4C-9308-8324A35EAB8C}" srcOrd="0" destOrd="0" presId="urn:microsoft.com/office/officeart/2005/8/layout/vList2"/>
    <dgm:cxn modelId="{48E25C84-FC10-4773-829D-D52B45F09F79}" type="presParOf" srcId="{25A27BF4-A98A-4289-8417-294D27E1ABFA}" destId="{69117261-56D4-43BB-ABFE-F8E7365EB123}" srcOrd="1" destOrd="0" presId="urn:microsoft.com/office/officeart/2005/8/layout/vList2"/>
    <dgm:cxn modelId="{A11DEC7B-ADF9-439B-82D6-2A1E3598A453}" type="presParOf" srcId="{25A27BF4-A98A-4289-8417-294D27E1ABFA}" destId="{959D4D02-C2D7-4894-8AD0-1E67B6F40723}" srcOrd="2" destOrd="0" presId="urn:microsoft.com/office/officeart/2005/8/layout/vList2"/>
    <dgm:cxn modelId="{A2D2FFF4-957B-45D8-BCB4-20F029BBDEE4}" type="presParOf" srcId="{25A27BF4-A98A-4289-8417-294D27E1ABFA}" destId="{1D4AC8C9-A2EB-4EF1-A061-7343ED698C42}" srcOrd="3" destOrd="0" presId="urn:microsoft.com/office/officeart/2005/8/layout/vList2"/>
    <dgm:cxn modelId="{58F9BCD3-75CB-4A57-AD51-D9E81CEABD86}" type="presParOf" srcId="{25A27BF4-A98A-4289-8417-294D27E1ABFA}" destId="{DC50DB28-8B41-4EF5-BE16-9DD067C26661}" srcOrd="4"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929917-3566-4839-9C8D-327DD4805A1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BE15471A-1D59-40D3-887E-34ADC929F995}">
      <dgm:prSet custT="1"/>
      <dgm:spPr/>
      <dgm:t>
        <a:bodyPr/>
        <a:lstStyle/>
        <a:p>
          <a:endParaRPr lang="en-US" sz="4000" b="1" dirty="0"/>
        </a:p>
        <a:p>
          <a:r>
            <a:rPr lang="en-US" sz="4000" b="1" dirty="0"/>
            <a:t>Fu</a:t>
          </a:r>
          <a:r>
            <a:rPr lang="en-US" sz="4000" b="1" i="0" dirty="0"/>
            <a:t>nctional Safety and Cyber </a:t>
          </a:r>
          <a:r>
            <a:rPr lang="en-US" sz="4000" b="1" dirty="0"/>
            <a:t>S</a:t>
          </a:r>
          <a:r>
            <a:rPr lang="en-US" sz="4000" b="1" i="0" dirty="0"/>
            <a:t>ecurity</a:t>
          </a:r>
          <a:br>
            <a:rPr lang="en-US" sz="4000" b="1" i="0" dirty="0"/>
          </a:br>
          <a:endParaRPr lang="en-US" sz="4000" dirty="0"/>
        </a:p>
      </dgm:t>
    </dgm:pt>
    <dgm:pt modelId="{3EEE5389-CE39-43E2-9B0E-3CE4CD480D04}" type="parTrans" cxnId="{292381A8-CCF4-49C6-AD5B-8B933FED6B06}">
      <dgm:prSet/>
      <dgm:spPr/>
      <dgm:t>
        <a:bodyPr/>
        <a:lstStyle/>
        <a:p>
          <a:endParaRPr lang="en-US"/>
        </a:p>
      </dgm:t>
    </dgm:pt>
    <dgm:pt modelId="{AD2F42F8-88FF-485C-A067-6AD5F639F5EC}" type="sibTrans" cxnId="{292381A8-CCF4-49C6-AD5B-8B933FED6B06}">
      <dgm:prSet/>
      <dgm:spPr/>
      <dgm:t>
        <a:bodyPr/>
        <a:lstStyle/>
        <a:p>
          <a:endParaRPr lang="en-US"/>
        </a:p>
      </dgm:t>
    </dgm:pt>
    <dgm:pt modelId="{FC5EE0A2-005F-4206-A992-2D8BF0A9F2C0}" type="pres">
      <dgm:prSet presAssocID="{77929917-3566-4839-9C8D-327DD4805A18}" presName="Name0" presStyleCnt="0">
        <dgm:presLayoutVars>
          <dgm:dir/>
          <dgm:animLvl val="lvl"/>
          <dgm:resizeHandles val="exact"/>
        </dgm:presLayoutVars>
      </dgm:prSet>
      <dgm:spPr/>
    </dgm:pt>
    <dgm:pt modelId="{1F1ABDAC-0A0B-4CFD-9656-10B99F10A16E}" type="pres">
      <dgm:prSet presAssocID="{BE15471A-1D59-40D3-887E-34ADC929F995}" presName="linNode" presStyleCnt="0"/>
      <dgm:spPr/>
    </dgm:pt>
    <dgm:pt modelId="{AD0EF627-DEB0-4ADC-9038-E292D506A456}" type="pres">
      <dgm:prSet presAssocID="{BE15471A-1D59-40D3-887E-34ADC929F995}" presName="parentText" presStyleLbl="node1" presStyleIdx="0" presStyleCnt="1" custScaleX="131951">
        <dgm:presLayoutVars>
          <dgm:chMax val="1"/>
          <dgm:bulletEnabled val="1"/>
        </dgm:presLayoutVars>
      </dgm:prSet>
      <dgm:spPr/>
    </dgm:pt>
  </dgm:ptLst>
  <dgm:cxnLst>
    <dgm:cxn modelId="{43D67F0A-3A5D-4E64-B79D-AFD859A25F4A}" type="presOf" srcId="{77929917-3566-4839-9C8D-327DD4805A18}" destId="{FC5EE0A2-005F-4206-A992-2D8BF0A9F2C0}" srcOrd="0" destOrd="0" presId="urn:microsoft.com/office/officeart/2005/8/layout/vList5"/>
    <dgm:cxn modelId="{9D3D5B11-379A-4987-B4BE-E0DF5D736231}" type="presOf" srcId="{BE15471A-1D59-40D3-887E-34ADC929F995}" destId="{AD0EF627-DEB0-4ADC-9038-E292D506A456}" srcOrd="0" destOrd="0" presId="urn:microsoft.com/office/officeart/2005/8/layout/vList5"/>
    <dgm:cxn modelId="{292381A8-CCF4-49C6-AD5B-8B933FED6B06}" srcId="{77929917-3566-4839-9C8D-327DD4805A18}" destId="{BE15471A-1D59-40D3-887E-34ADC929F995}" srcOrd="0" destOrd="0" parTransId="{3EEE5389-CE39-43E2-9B0E-3CE4CD480D04}" sibTransId="{AD2F42F8-88FF-485C-A067-6AD5F639F5EC}"/>
    <dgm:cxn modelId="{3E846623-5517-4455-B819-965BBCD3F5BA}" type="presParOf" srcId="{FC5EE0A2-005F-4206-A992-2D8BF0A9F2C0}" destId="{1F1ABDAC-0A0B-4CFD-9656-10B99F10A16E}" srcOrd="0" destOrd="0" presId="urn:microsoft.com/office/officeart/2005/8/layout/vList5"/>
    <dgm:cxn modelId="{392A917D-81A6-4DE8-9998-8E0E07DE3122}" type="presParOf" srcId="{1F1ABDAC-0A0B-4CFD-9656-10B99F10A16E}" destId="{AD0EF627-DEB0-4ADC-9038-E292D506A456}"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9F0EC3-939C-4001-8512-0B094FA7426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48A73D3-97AF-4342-899C-35A3F86E3AA8}">
      <dgm:prSet/>
      <dgm:spPr/>
      <dgm:t>
        <a:bodyPr/>
        <a:lstStyle/>
        <a:p>
          <a:r>
            <a:rPr lang="en-US" b="1" i="0"/>
            <a:t>The difference between functional safety and cyber security is “calculated risk”</a:t>
          </a:r>
          <a:endParaRPr lang="en-US"/>
        </a:p>
      </dgm:t>
    </dgm:pt>
    <dgm:pt modelId="{2156A19C-4083-4891-B9FC-871EB71009CF}" type="parTrans" cxnId="{F4DEA0C8-BFED-4A95-9E53-9E1BC50A8025}">
      <dgm:prSet/>
      <dgm:spPr/>
      <dgm:t>
        <a:bodyPr/>
        <a:lstStyle/>
        <a:p>
          <a:endParaRPr lang="en-US"/>
        </a:p>
      </dgm:t>
    </dgm:pt>
    <dgm:pt modelId="{537CB927-0007-4D41-B6D4-F8D81A7325D1}" type="sibTrans" cxnId="{F4DEA0C8-BFED-4A95-9E53-9E1BC50A8025}">
      <dgm:prSet/>
      <dgm:spPr/>
      <dgm:t>
        <a:bodyPr/>
        <a:lstStyle/>
        <a:p>
          <a:endParaRPr lang="en-US"/>
        </a:p>
      </dgm:t>
    </dgm:pt>
    <dgm:pt modelId="{89128A56-2C47-4CB6-807B-B85D3ED9AB30}">
      <dgm:prSet/>
      <dgm:spPr/>
      <dgm:t>
        <a:bodyPr/>
        <a:lstStyle/>
        <a:p>
          <a:r>
            <a:rPr lang="en-US" b="0" i="0" dirty="0"/>
            <a:t>Compared to safety, </a:t>
          </a:r>
          <a:r>
            <a:rPr lang="en-US" b="1" i="0" dirty="0"/>
            <a:t>security</a:t>
          </a:r>
          <a:r>
            <a:rPr lang="en-US" b="0" i="0" dirty="0"/>
            <a:t> is a rather fast-moving discipline.</a:t>
          </a:r>
          <a:endParaRPr lang="en-US" dirty="0"/>
        </a:p>
      </dgm:t>
    </dgm:pt>
    <dgm:pt modelId="{FA4AFD4B-0674-4E9A-8A39-D250EACE93B1}" type="parTrans" cxnId="{2039E4D8-AE27-4C71-ACA4-AE60E64EB937}">
      <dgm:prSet/>
      <dgm:spPr/>
      <dgm:t>
        <a:bodyPr/>
        <a:lstStyle/>
        <a:p>
          <a:endParaRPr lang="en-US"/>
        </a:p>
      </dgm:t>
    </dgm:pt>
    <dgm:pt modelId="{D363FEB4-C611-4927-BC33-9DF909302096}" type="sibTrans" cxnId="{2039E4D8-AE27-4C71-ACA4-AE60E64EB937}">
      <dgm:prSet/>
      <dgm:spPr/>
      <dgm:t>
        <a:bodyPr/>
        <a:lstStyle/>
        <a:p>
          <a:endParaRPr lang="en-US"/>
        </a:p>
      </dgm:t>
    </dgm:pt>
    <dgm:pt modelId="{E5DD0855-57CE-4A83-9326-131E97064BA4}">
      <dgm:prSet/>
      <dgm:spPr/>
      <dgm:t>
        <a:bodyPr/>
        <a:lstStyle/>
        <a:p>
          <a:r>
            <a:rPr lang="en-US" b="0" i="0"/>
            <a:t>Especially due to the increase in networked components, security is increasingly coming into focus. </a:t>
          </a:r>
          <a:endParaRPr lang="en-US"/>
        </a:p>
      </dgm:t>
    </dgm:pt>
    <dgm:pt modelId="{3EE599C8-6C7E-4698-9E79-9CBF1A7CD25A}" type="parTrans" cxnId="{A327B047-10DD-4938-B4D6-4DC9D5C27A20}">
      <dgm:prSet/>
      <dgm:spPr/>
      <dgm:t>
        <a:bodyPr/>
        <a:lstStyle/>
        <a:p>
          <a:endParaRPr lang="en-US"/>
        </a:p>
      </dgm:t>
    </dgm:pt>
    <dgm:pt modelId="{7CB94D4B-C31A-4A6F-B975-318E79EAFC65}" type="sibTrans" cxnId="{A327B047-10DD-4938-B4D6-4DC9D5C27A20}">
      <dgm:prSet/>
      <dgm:spPr/>
      <dgm:t>
        <a:bodyPr/>
        <a:lstStyle/>
        <a:p>
          <a:endParaRPr lang="en-US"/>
        </a:p>
      </dgm:t>
    </dgm:pt>
    <dgm:pt modelId="{0FFFE349-FAC6-484C-89E0-4CA996652189}">
      <dgm:prSet/>
      <dgm:spPr/>
      <dgm:t>
        <a:bodyPr/>
        <a:lstStyle/>
        <a:p>
          <a:r>
            <a:rPr lang="en-US" b="0" i="0" dirty="0"/>
            <a:t>the danger increases steadily and previously successfully implemented countermeasures may no longer be </a:t>
          </a:r>
          <a:r>
            <a:rPr lang="en-US" b="0" i="0" dirty="0" err="1"/>
            <a:t>sufficien</a:t>
          </a:r>
          <a:endParaRPr lang="en-US" dirty="0"/>
        </a:p>
      </dgm:t>
    </dgm:pt>
    <dgm:pt modelId="{D638C44E-AEE8-4EC5-9A90-251EE5A1F030}" type="parTrans" cxnId="{FE0DB2A6-3618-4C79-BA12-C399CB33C27A}">
      <dgm:prSet/>
      <dgm:spPr/>
      <dgm:t>
        <a:bodyPr/>
        <a:lstStyle/>
        <a:p>
          <a:endParaRPr lang="en-US"/>
        </a:p>
      </dgm:t>
    </dgm:pt>
    <dgm:pt modelId="{F8B8C628-0FAD-4BC6-B544-74E8B52D194D}" type="sibTrans" cxnId="{FE0DB2A6-3618-4C79-BA12-C399CB33C27A}">
      <dgm:prSet/>
      <dgm:spPr/>
      <dgm:t>
        <a:bodyPr/>
        <a:lstStyle/>
        <a:p>
          <a:endParaRPr lang="en-US"/>
        </a:p>
      </dgm:t>
    </dgm:pt>
    <dgm:pt modelId="{00D5D389-2CCB-451F-8578-A102BC6C3B05}">
      <dgm:prSet/>
      <dgm:spPr/>
      <dgm:t>
        <a:bodyPr/>
        <a:lstStyle/>
        <a:p>
          <a:r>
            <a:rPr lang="en-US" b="1" i="0"/>
            <a:t>Safety</a:t>
          </a:r>
          <a:r>
            <a:rPr lang="en-US" b="0" i="0"/>
            <a:t> is distinguished by a very static character. </a:t>
          </a:r>
          <a:endParaRPr lang="en-US"/>
        </a:p>
      </dgm:t>
    </dgm:pt>
    <dgm:pt modelId="{B749EAD8-2857-4CA8-B3C7-4B7DC85AFA35}" type="parTrans" cxnId="{C40AF5E3-F205-493F-9E93-49B85A97F41C}">
      <dgm:prSet/>
      <dgm:spPr/>
      <dgm:t>
        <a:bodyPr/>
        <a:lstStyle/>
        <a:p>
          <a:endParaRPr lang="en-US"/>
        </a:p>
      </dgm:t>
    </dgm:pt>
    <dgm:pt modelId="{2EE3415F-B16E-49BA-8DC6-D91944695191}" type="sibTrans" cxnId="{C40AF5E3-F205-493F-9E93-49B85A97F41C}">
      <dgm:prSet/>
      <dgm:spPr/>
      <dgm:t>
        <a:bodyPr/>
        <a:lstStyle/>
        <a:p>
          <a:endParaRPr lang="en-US"/>
        </a:p>
      </dgm:t>
    </dgm:pt>
    <dgm:pt modelId="{DE3F3655-4AD9-4BED-9B2B-7EB73A8ABF98}" type="pres">
      <dgm:prSet presAssocID="{139F0EC3-939C-4001-8512-0B094FA7426F}" presName="linear" presStyleCnt="0">
        <dgm:presLayoutVars>
          <dgm:animLvl val="lvl"/>
          <dgm:resizeHandles val="exact"/>
        </dgm:presLayoutVars>
      </dgm:prSet>
      <dgm:spPr/>
    </dgm:pt>
    <dgm:pt modelId="{A1B16C01-F282-4808-9ADC-BD83B8FC75FC}" type="pres">
      <dgm:prSet presAssocID="{548A73D3-97AF-4342-899C-35A3F86E3AA8}" presName="parentText" presStyleLbl="node1" presStyleIdx="0" presStyleCnt="5" custLinFactNeighborY="33072">
        <dgm:presLayoutVars>
          <dgm:chMax val="0"/>
          <dgm:bulletEnabled val="1"/>
        </dgm:presLayoutVars>
      </dgm:prSet>
      <dgm:spPr/>
    </dgm:pt>
    <dgm:pt modelId="{325CF739-7E5C-468F-9662-9DA27D3FD27B}" type="pres">
      <dgm:prSet presAssocID="{537CB927-0007-4D41-B6D4-F8D81A7325D1}" presName="spacer" presStyleCnt="0"/>
      <dgm:spPr/>
    </dgm:pt>
    <dgm:pt modelId="{BE714A53-A0A5-4DA9-B2E7-7E9ACD103E96}" type="pres">
      <dgm:prSet presAssocID="{89128A56-2C47-4CB6-807B-B85D3ED9AB30}" presName="parentText" presStyleLbl="node1" presStyleIdx="1" presStyleCnt="5">
        <dgm:presLayoutVars>
          <dgm:chMax val="0"/>
          <dgm:bulletEnabled val="1"/>
        </dgm:presLayoutVars>
      </dgm:prSet>
      <dgm:spPr/>
    </dgm:pt>
    <dgm:pt modelId="{009CBFE3-1EB4-4A29-A78B-FDB7F21D2989}" type="pres">
      <dgm:prSet presAssocID="{D363FEB4-C611-4927-BC33-9DF909302096}" presName="spacer" presStyleCnt="0"/>
      <dgm:spPr/>
    </dgm:pt>
    <dgm:pt modelId="{61C4B354-EC8D-4C7D-8C01-0CE64F7AEAB2}" type="pres">
      <dgm:prSet presAssocID="{E5DD0855-57CE-4A83-9326-131E97064BA4}" presName="parentText" presStyleLbl="node1" presStyleIdx="2" presStyleCnt="5">
        <dgm:presLayoutVars>
          <dgm:chMax val="0"/>
          <dgm:bulletEnabled val="1"/>
        </dgm:presLayoutVars>
      </dgm:prSet>
      <dgm:spPr/>
    </dgm:pt>
    <dgm:pt modelId="{A6FBF8BD-1C5B-4D26-82CA-761C7B363412}" type="pres">
      <dgm:prSet presAssocID="{7CB94D4B-C31A-4A6F-B975-318E79EAFC65}" presName="spacer" presStyleCnt="0"/>
      <dgm:spPr/>
    </dgm:pt>
    <dgm:pt modelId="{5FECB8B2-F3AF-4F87-935E-0441012738F9}" type="pres">
      <dgm:prSet presAssocID="{0FFFE349-FAC6-484C-89E0-4CA996652189}" presName="parentText" presStyleLbl="node1" presStyleIdx="3" presStyleCnt="5">
        <dgm:presLayoutVars>
          <dgm:chMax val="0"/>
          <dgm:bulletEnabled val="1"/>
        </dgm:presLayoutVars>
      </dgm:prSet>
      <dgm:spPr/>
    </dgm:pt>
    <dgm:pt modelId="{652F169E-F436-4CFC-BECC-3FAE8D959AD7}" type="pres">
      <dgm:prSet presAssocID="{F8B8C628-0FAD-4BC6-B544-74E8B52D194D}" presName="spacer" presStyleCnt="0"/>
      <dgm:spPr/>
    </dgm:pt>
    <dgm:pt modelId="{CEFA2D62-AF7F-4B9B-B7E7-E382299F6427}" type="pres">
      <dgm:prSet presAssocID="{00D5D389-2CCB-451F-8578-A102BC6C3B05}" presName="parentText" presStyleLbl="node1" presStyleIdx="4" presStyleCnt="5">
        <dgm:presLayoutVars>
          <dgm:chMax val="0"/>
          <dgm:bulletEnabled val="1"/>
        </dgm:presLayoutVars>
      </dgm:prSet>
      <dgm:spPr/>
    </dgm:pt>
  </dgm:ptLst>
  <dgm:cxnLst>
    <dgm:cxn modelId="{DDA58367-B48A-4718-9ABE-36B4EC130902}" type="presOf" srcId="{139F0EC3-939C-4001-8512-0B094FA7426F}" destId="{DE3F3655-4AD9-4BED-9B2B-7EB73A8ABF98}" srcOrd="0" destOrd="0" presId="urn:microsoft.com/office/officeart/2005/8/layout/vList2"/>
    <dgm:cxn modelId="{A327B047-10DD-4938-B4D6-4DC9D5C27A20}" srcId="{139F0EC3-939C-4001-8512-0B094FA7426F}" destId="{E5DD0855-57CE-4A83-9326-131E97064BA4}" srcOrd="2" destOrd="0" parTransId="{3EE599C8-6C7E-4698-9E79-9CBF1A7CD25A}" sibTransId="{7CB94D4B-C31A-4A6F-B975-318E79EAFC65}"/>
    <dgm:cxn modelId="{0C74806A-A6E2-4546-BEC8-2DC9B8D3BCB1}" type="presOf" srcId="{00D5D389-2CCB-451F-8578-A102BC6C3B05}" destId="{CEFA2D62-AF7F-4B9B-B7E7-E382299F6427}" srcOrd="0" destOrd="0" presId="urn:microsoft.com/office/officeart/2005/8/layout/vList2"/>
    <dgm:cxn modelId="{A6C34A4E-2665-4200-ABAD-7FD827AC89F7}" type="presOf" srcId="{89128A56-2C47-4CB6-807B-B85D3ED9AB30}" destId="{BE714A53-A0A5-4DA9-B2E7-7E9ACD103E96}" srcOrd="0" destOrd="0" presId="urn:microsoft.com/office/officeart/2005/8/layout/vList2"/>
    <dgm:cxn modelId="{EC926397-36D0-422B-A9DE-D55881D9071D}" type="presOf" srcId="{0FFFE349-FAC6-484C-89E0-4CA996652189}" destId="{5FECB8B2-F3AF-4F87-935E-0441012738F9}" srcOrd="0" destOrd="0" presId="urn:microsoft.com/office/officeart/2005/8/layout/vList2"/>
    <dgm:cxn modelId="{FE0DB2A6-3618-4C79-BA12-C399CB33C27A}" srcId="{139F0EC3-939C-4001-8512-0B094FA7426F}" destId="{0FFFE349-FAC6-484C-89E0-4CA996652189}" srcOrd="3" destOrd="0" parTransId="{D638C44E-AEE8-4EC5-9A90-251EE5A1F030}" sibTransId="{F8B8C628-0FAD-4BC6-B544-74E8B52D194D}"/>
    <dgm:cxn modelId="{98C415AA-91CC-46B6-8D97-28BB03B5FE8D}" type="presOf" srcId="{548A73D3-97AF-4342-899C-35A3F86E3AA8}" destId="{A1B16C01-F282-4808-9ADC-BD83B8FC75FC}" srcOrd="0" destOrd="0" presId="urn:microsoft.com/office/officeart/2005/8/layout/vList2"/>
    <dgm:cxn modelId="{6039B2C7-7211-4FA1-A413-6B35DC5D29A3}" type="presOf" srcId="{E5DD0855-57CE-4A83-9326-131E97064BA4}" destId="{61C4B354-EC8D-4C7D-8C01-0CE64F7AEAB2}" srcOrd="0" destOrd="0" presId="urn:microsoft.com/office/officeart/2005/8/layout/vList2"/>
    <dgm:cxn modelId="{F4DEA0C8-BFED-4A95-9E53-9E1BC50A8025}" srcId="{139F0EC3-939C-4001-8512-0B094FA7426F}" destId="{548A73D3-97AF-4342-899C-35A3F86E3AA8}" srcOrd="0" destOrd="0" parTransId="{2156A19C-4083-4891-B9FC-871EB71009CF}" sibTransId="{537CB927-0007-4D41-B6D4-F8D81A7325D1}"/>
    <dgm:cxn modelId="{2039E4D8-AE27-4C71-ACA4-AE60E64EB937}" srcId="{139F0EC3-939C-4001-8512-0B094FA7426F}" destId="{89128A56-2C47-4CB6-807B-B85D3ED9AB30}" srcOrd="1" destOrd="0" parTransId="{FA4AFD4B-0674-4E9A-8A39-D250EACE93B1}" sibTransId="{D363FEB4-C611-4927-BC33-9DF909302096}"/>
    <dgm:cxn modelId="{C40AF5E3-F205-493F-9E93-49B85A97F41C}" srcId="{139F0EC3-939C-4001-8512-0B094FA7426F}" destId="{00D5D389-2CCB-451F-8578-A102BC6C3B05}" srcOrd="4" destOrd="0" parTransId="{B749EAD8-2857-4CA8-B3C7-4B7DC85AFA35}" sibTransId="{2EE3415F-B16E-49BA-8DC6-D91944695191}"/>
    <dgm:cxn modelId="{9CB491D2-84D4-4183-BA39-98A26F970070}" type="presParOf" srcId="{DE3F3655-4AD9-4BED-9B2B-7EB73A8ABF98}" destId="{A1B16C01-F282-4808-9ADC-BD83B8FC75FC}" srcOrd="0" destOrd="0" presId="urn:microsoft.com/office/officeart/2005/8/layout/vList2"/>
    <dgm:cxn modelId="{FAC3259F-2E88-415E-8EC4-973E0A9359D1}" type="presParOf" srcId="{DE3F3655-4AD9-4BED-9B2B-7EB73A8ABF98}" destId="{325CF739-7E5C-468F-9662-9DA27D3FD27B}" srcOrd="1" destOrd="0" presId="urn:microsoft.com/office/officeart/2005/8/layout/vList2"/>
    <dgm:cxn modelId="{D26085D0-CC18-4811-A8F6-C982E4D53286}" type="presParOf" srcId="{DE3F3655-4AD9-4BED-9B2B-7EB73A8ABF98}" destId="{BE714A53-A0A5-4DA9-B2E7-7E9ACD103E96}" srcOrd="2" destOrd="0" presId="urn:microsoft.com/office/officeart/2005/8/layout/vList2"/>
    <dgm:cxn modelId="{91907640-B590-4C66-B136-6F66BAB009BE}" type="presParOf" srcId="{DE3F3655-4AD9-4BED-9B2B-7EB73A8ABF98}" destId="{009CBFE3-1EB4-4A29-A78B-FDB7F21D2989}" srcOrd="3" destOrd="0" presId="urn:microsoft.com/office/officeart/2005/8/layout/vList2"/>
    <dgm:cxn modelId="{9A97FDF4-6282-4BAB-8224-B2245610BEC2}" type="presParOf" srcId="{DE3F3655-4AD9-4BED-9B2B-7EB73A8ABF98}" destId="{61C4B354-EC8D-4C7D-8C01-0CE64F7AEAB2}" srcOrd="4" destOrd="0" presId="urn:microsoft.com/office/officeart/2005/8/layout/vList2"/>
    <dgm:cxn modelId="{3BF1E221-2896-4C3D-9DCA-B9728C5CE4AB}" type="presParOf" srcId="{DE3F3655-4AD9-4BED-9B2B-7EB73A8ABF98}" destId="{A6FBF8BD-1C5B-4D26-82CA-761C7B363412}" srcOrd="5" destOrd="0" presId="urn:microsoft.com/office/officeart/2005/8/layout/vList2"/>
    <dgm:cxn modelId="{AF0332BF-6EB0-4F4F-BD06-FA7D99CEF050}" type="presParOf" srcId="{DE3F3655-4AD9-4BED-9B2B-7EB73A8ABF98}" destId="{5FECB8B2-F3AF-4F87-935E-0441012738F9}" srcOrd="6" destOrd="0" presId="urn:microsoft.com/office/officeart/2005/8/layout/vList2"/>
    <dgm:cxn modelId="{FF507D07-AC53-48E0-8607-1F2BF1F538E7}" type="presParOf" srcId="{DE3F3655-4AD9-4BED-9B2B-7EB73A8ABF98}" destId="{652F169E-F436-4CFC-BECC-3FAE8D959AD7}" srcOrd="7" destOrd="0" presId="urn:microsoft.com/office/officeart/2005/8/layout/vList2"/>
    <dgm:cxn modelId="{B4FC329D-2F9A-4D11-B5B6-882F9C98D9E1}" type="presParOf" srcId="{DE3F3655-4AD9-4BED-9B2B-7EB73A8ABF98}" destId="{CEFA2D62-AF7F-4B9B-B7E7-E382299F6427}" srcOrd="8"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7D23FB7-5B57-4357-B425-19F642C21733}"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CF294829-DD6B-4649-84B1-8B12258A5241}">
      <dgm:prSet custT="1"/>
      <dgm:spPr/>
      <dgm:t>
        <a:bodyPr/>
        <a:lstStyle/>
        <a:p>
          <a:endParaRPr lang="en-US" sz="3200" dirty="0"/>
        </a:p>
        <a:p>
          <a:r>
            <a:rPr lang="en-US" sz="3200" dirty="0"/>
            <a:t>examples on Cyber Security algorithms</a:t>
          </a:r>
          <a:br>
            <a:rPr lang="en-US" sz="3200" dirty="0"/>
          </a:br>
          <a:br>
            <a:rPr lang="en-US" sz="3200" dirty="0"/>
          </a:br>
          <a:endParaRPr lang="en-US" sz="3200" dirty="0"/>
        </a:p>
      </dgm:t>
    </dgm:pt>
    <dgm:pt modelId="{A439BA8D-9BF4-4971-8BBF-642411FB0A74}" type="parTrans" cxnId="{6A984374-09C4-4F4C-BB81-181F042E0A09}">
      <dgm:prSet/>
      <dgm:spPr/>
      <dgm:t>
        <a:bodyPr/>
        <a:lstStyle/>
        <a:p>
          <a:endParaRPr lang="en-US"/>
        </a:p>
      </dgm:t>
    </dgm:pt>
    <dgm:pt modelId="{B44581CA-16A3-4429-9F72-962B1E8E8BEF}" type="sibTrans" cxnId="{6A984374-09C4-4F4C-BB81-181F042E0A09}">
      <dgm:prSet/>
      <dgm:spPr/>
      <dgm:t>
        <a:bodyPr/>
        <a:lstStyle/>
        <a:p>
          <a:endParaRPr lang="en-US"/>
        </a:p>
      </dgm:t>
    </dgm:pt>
    <dgm:pt modelId="{FF9E14DA-B3F3-4BC8-89B6-4745BE7D3E16}" type="pres">
      <dgm:prSet presAssocID="{97D23FB7-5B57-4357-B425-19F642C21733}" presName="Name0" presStyleCnt="0">
        <dgm:presLayoutVars>
          <dgm:dir/>
          <dgm:animLvl val="lvl"/>
          <dgm:resizeHandles val="exact"/>
        </dgm:presLayoutVars>
      </dgm:prSet>
      <dgm:spPr/>
    </dgm:pt>
    <dgm:pt modelId="{1BDF9FFB-8833-4E70-A2D2-2A7888500843}" type="pres">
      <dgm:prSet presAssocID="{CF294829-DD6B-4649-84B1-8B12258A5241}" presName="linNode" presStyleCnt="0"/>
      <dgm:spPr/>
    </dgm:pt>
    <dgm:pt modelId="{519AD23B-864A-4E80-9A4F-9A72EC86E409}" type="pres">
      <dgm:prSet presAssocID="{CF294829-DD6B-4649-84B1-8B12258A5241}" presName="parentText" presStyleLbl="node1" presStyleIdx="0" presStyleCnt="1">
        <dgm:presLayoutVars>
          <dgm:chMax val="1"/>
          <dgm:bulletEnabled val="1"/>
        </dgm:presLayoutVars>
      </dgm:prSet>
      <dgm:spPr/>
    </dgm:pt>
  </dgm:ptLst>
  <dgm:cxnLst>
    <dgm:cxn modelId="{51FE426B-3B86-48C9-AC54-40D69B16D742}" type="presOf" srcId="{97D23FB7-5B57-4357-B425-19F642C21733}" destId="{FF9E14DA-B3F3-4BC8-89B6-4745BE7D3E16}" srcOrd="0" destOrd="0" presId="urn:microsoft.com/office/officeart/2005/8/layout/vList5"/>
    <dgm:cxn modelId="{6A984374-09C4-4F4C-BB81-181F042E0A09}" srcId="{97D23FB7-5B57-4357-B425-19F642C21733}" destId="{CF294829-DD6B-4649-84B1-8B12258A5241}" srcOrd="0" destOrd="0" parTransId="{A439BA8D-9BF4-4971-8BBF-642411FB0A74}" sibTransId="{B44581CA-16A3-4429-9F72-962B1E8E8BEF}"/>
    <dgm:cxn modelId="{D189CCC0-D94E-4FE0-B6FB-34879D485F89}" type="presOf" srcId="{CF294829-DD6B-4649-84B1-8B12258A5241}" destId="{519AD23B-864A-4E80-9A4F-9A72EC86E409}" srcOrd="0" destOrd="0" presId="urn:microsoft.com/office/officeart/2005/8/layout/vList5"/>
    <dgm:cxn modelId="{992F89A5-3619-487E-A64C-B07E964213F8}" type="presParOf" srcId="{FF9E14DA-B3F3-4BC8-89B6-4745BE7D3E16}" destId="{1BDF9FFB-8833-4E70-A2D2-2A7888500843}" srcOrd="0" destOrd="0" presId="urn:microsoft.com/office/officeart/2005/8/layout/vList5"/>
    <dgm:cxn modelId="{A630FEFF-E724-4AE8-8EF4-CD301016668F}" type="presParOf" srcId="{1BDF9FFB-8833-4E70-A2D2-2A7888500843}" destId="{519AD23B-864A-4E80-9A4F-9A72EC86E409}"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317A7B6-81C4-4C8D-8B1E-E2E6007D330D}"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EA14A0AF-1586-4536-B072-C4560B031D53}">
      <dgm:prSet phldrT="[Text]"/>
      <dgm:spPr/>
      <dgm:t>
        <a:bodyPr/>
        <a:lstStyle/>
        <a:p>
          <a:pPr>
            <a:buClrTx/>
            <a:buSzTx/>
            <a:buFont typeface="Arial" panose="020B0604020202020204" pitchFamily="34" charset="0"/>
            <a:buChar char="•"/>
          </a:pPr>
          <a:r>
            <a:rPr lang="en-US" dirty="0"/>
            <a:t>Symmetric cryptography</a:t>
          </a:r>
        </a:p>
      </dgm:t>
    </dgm:pt>
    <dgm:pt modelId="{E2822C50-222C-4F5F-A5E4-08EFCA7602E9}" type="parTrans" cxnId="{FBE560FA-8BCB-410F-BE8E-8A00888727A6}">
      <dgm:prSet/>
      <dgm:spPr/>
      <dgm:t>
        <a:bodyPr/>
        <a:lstStyle/>
        <a:p>
          <a:endParaRPr lang="en-US"/>
        </a:p>
      </dgm:t>
    </dgm:pt>
    <dgm:pt modelId="{B0122C85-A8FC-4113-BCCA-7B7F4B8C0616}" type="sibTrans" cxnId="{FBE560FA-8BCB-410F-BE8E-8A00888727A6}">
      <dgm:prSet/>
      <dgm:spPr/>
      <dgm:t>
        <a:bodyPr/>
        <a:lstStyle/>
        <a:p>
          <a:endParaRPr lang="en-US"/>
        </a:p>
      </dgm:t>
    </dgm:pt>
    <dgm:pt modelId="{25BFE4D3-2A46-454D-97C7-6BB03DA25D07}">
      <dgm:prSet phldrT="[Text]"/>
      <dgm:spPr>
        <a:solidFill>
          <a:schemeClr val="accent5">
            <a:lumMod val="60000"/>
            <a:lumOff val="40000"/>
            <a:alpha val="90000"/>
          </a:schemeClr>
        </a:solidFill>
      </dgm:spPr>
      <dgm:t>
        <a:bodyPr/>
        <a:lstStyle/>
        <a:p>
          <a:r>
            <a:rPr lang="en-US" dirty="0"/>
            <a:t>AES</a:t>
          </a:r>
        </a:p>
      </dgm:t>
    </dgm:pt>
    <dgm:pt modelId="{559BAF5E-2F5C-491F-9CA2-F41073E5992A}" type="parTrans" cxnId="{173EC242-43F1-44C3-AEC8-FEAB046D4544}">
      <dgm:prSet/>
      <dgm:spPr/>
      <dgm:t>
        <a:bodyPr/>
        <a:lstStyle/>
        <a:p>
          <a:endParaRPr lang="en-US"/>
        </a:p>
      </dgm:t>
    </dgm:pt>
    <dgm:pt modelId="{2AE21EE9-A3DC-4EE6-B8FB-43843AFABBB2}" type="sibTrans" cxnId="{173EC242-43F1-44C3-AEC8-FEAB046D4544}">
      <dgm:prSet/>
      <dgm:spPr/>
      <dgm:t>
        <a:bodyPr/>
        <a:lstStyle/>
        <a:p>
          <a:endParaRPr lang="en-US"/>
        </a:p>
      </dgm:t>
    </dgm:pt>
    <dgm:pt modelId="{10C43199-AFB6-4297-8DD7-666E9A7DBFFE}">
      <dgm:prSet phldrT="[Text]"/>
      <dgm:spPr/>
      <dgm:t>
        <a:bodyPr/>
        <a:lstStyle/>
        <a:p>
          <a:pPr>
            <a:buClrTx/>
            <a:buSzTx/>
            <a:buFont typeface="Arial" panose="020B0604020202020204" pitchFamily="34" charset="0"/>
            <a:buChar char="•"/>
          </a:pPr>
          <a:r>
            <a:rPr lang="en-US" dirty="0"/>
            <a:t>Asymmetric cryptography</a:t>
          </a:r>
        </a:p>
      </dgm:t>
    </dgm:pt>
    <dgm:pt modelId="{E6DFD0B6-9CDB-4666-85FB-CE10AEC220F3}" type="parTrans" cxnId="{2327D6A3-3A5A-4148-A13C-79EB86E2CEEC}">
      <dgm:prSet/>
      <dgm:spPr/>
      <dgm:t>
        <a:bodyPr/>
        <a:lstStyle/>
        <a:p>
          <a:endParaRPr lang="en-US"/>
        </a:p>
      </dgm:t>
    </dgm:pt>
    <dgm:pt modelId="{DFD84ED2-4437-4F57-B0B7-B9282A63A880}" type="sibTrans" cxnId="{2327D6A3-3A5A-4148-A13C-79EB86E2CEEC}">
      <dgm:prSet/>
      <dgm:spPr/>
      <dgm:t>
        <a:bodyPr/>
        <a:lstStyle/>
        <a:p>
          <a:endParaRPr lang="en-US"/>
        </a:p>
      </dgm:t>
    </dgm:pt>
    <dgm:pt modelId="{124152AB-ADF6-43EA-AFBD-6F89ACFC9EAB}">
      <dgm:prSet/>
      <dgm:spPr/>
      <dgm:t>
        <a:bodyPr/>
        <a:lstStyle/>
        <a:p>
          <a:r>
            <a:rPr lang="en-US"/>
            <a:t>Hash-function</a:t>
          </a:r>
          <a:endParaRPr lang="en-US" dirty="0"/>
        </a:p>
      </dgm:t>
    </dgm:pt>
    <dgm:pt modelId="{87DAF7DE-CCCE-4BC3-9891-FAF22E33F771}" type="parTrans" cxnId="{DBC3D39E-AAE6-44FD-8A8A-6ACFF7C1B989}">
      <dgm:prSet/>
      <dgm:spPr/>
      <dgm:t>
        <a:bodyPr/>
        <a:lstStyle/>
        <a:p>
          <a:endParaRPr lang="en-US"/>
        </a:p>
      </dgm:t>
    </dgm:pt>
    <dgm:pt modelId="{C604ACD2-0DFA-41EA-A235-9401063AD57F}" type="sibTrans" cxnId="{DBC3D39E-AAE6-44FD-8A8A-6ACFF7C1B989}">
      <dgm:prSet/>
      <dgm:spPr/>
      <dgm:t>
        <a:bodyPr/>
        <a:lstStyle/>
        <a:p>
          <a:endParaRPr lang="en-US"/>
        </a:p>
      </dgm:t>
    </dgm:pt>
    <dgm:pt modelId="{0030F3C7-EA2F-4282-AD36-A7B336F73552}">
      <dgm:prSet phldrT="[Text]"/>
      <dgm:spPr>
        <a:solidFill>
          <a:schemeClr val="accent5">
            <a:lumMod val="60000"/>
            <a:lumOff val="40000"/>
            <a:alpha val="90000"/>
          </a:schemeClr>
        </a:solidFill>
      </dgm:spPr>
      <dgm:t>
        <a:bodyPr/>
        <a:lstStyle/>
        <a:p>
          <a:r>
            <a:rPr lang="en-US" dirty="0"/>
            <a:t>ECC</a:t>
          </a:r>
        </a:p>
      </dgm:t>
    </dgm:pt>
    <dgm:pt modelId="{4DDF69C6-08C0-4BFD-BFF4-D0F54D9AD572}" type="parTrans" cxnId="{7B18A90E-E3E5-4E80-8DA0-B20E3169995E}">
      <dgm:prSet/>
      <dgm:spPr/>
      <dgm:t>
        <a:bodyPr/>
        <a:lstStyle/>
        <a:p>
          <a:endParaRPr lang="en-US"/>
        </a:p>
      </dgm:t>
    </dgm:pt>
    <dgm:pt modelId="{0D68B8B2-D839-4A71-AA59-410D38DD7BDA}" type="sibTrans" cxnId="{7B18A90E-E3E5-4E80-8DA0-B20E3169995E}">
      <dgm:prSet/>
      <dgm:spPr/>
      <dgm:t>
        <a:bodyPr/>
        <a:lstStyle/>
        <a:p>
          <a:endParaRPr lang="en-US"/>
        </a:p>
      </dgm:t>
    </dgm:pt>
    <dgm:pt modelId="{64E5FE0C-BD9F-4122-BAB6-413BA66D5A50}">
      <dgm:prSet phldrT="[Text]"/>
      <dgm:spPr>
        <a:solidFill>
          <a:schemeClr val="accent5">
            <a:lumMod val="60000"/>
            <a:lumOff val="40000"/>
            <a:alpha val="90000"/>
          </a:schemeClr>
        </a:solidFill>
      </dgm:spPr>
      <dgm:t>
        <a:bodyPr/>
        <a:lstStyle/>
        <a:p>
          <a:r>
            <a:rPr lang="en-US" dirty="0"/>
            <a:t>DES</a:t>
          </a:r>
        </a:p>
      </dgm:t>
    </dgm:pt>
    <dgm:pt modelId="{75D3B213-C657-4AD7-A1D5-C07622E4F04B}" type="parTrans" cxnId="{AF61C927-87E1-4F5A-A7EB-081398F666CD}">
      <dgm:prSet/>
      <dgm:spPr/>
      <dgm:t>
        <a:bodyPr/>
        <a:lstStyle/>
        <a:p>
          <a:endParaRPr lang="en-US"/>
        </a:p>
      </dgm:t>
    </dgm:pt>
    <dgm:pt modelId="{C57648A0-A6BC-4486-8B17-731DC9959E24}" type="sibTrans" cxnId="{AF61C927-87E1-4F5A-A7EB-081398F666CD}">
      <dgm:prSet/>
      <dgm:spPr/>
      <dgm:t>
        <a:bodyPr/>
        <a:lstStyle/>
        <a:p>
          <a:endParaRPr lang="en-US"/>
        </a:p>
      </dgm:t>
    </dgm:pt>
    <dgm:pt modelId="{410A0F07-0D24-48BF-BEF2-B74B63079A94}">
      <dgm:prSet phldrT="[Text]"/>
      <dgm:spPr>
        <a:solidFill>
          <a:schemeClr val="accent5">
            <a:lumMod val="60000"/>
            <a:lumOff val="40000"/>
            <a:alpha val="90000"/>
          </a:schemeClr>
        </a:solidFill>
      </dgm:spPr>
      <dgm:t>
        <a:bodyPr/>
        <a:lstStyle/>
        <a:p>
          <a:r>
            <a:rPr lang="en-US" dirty="0"/>
            <a:t>RSA</a:t>
          </a:r>
        </a:p>
      </dgm:t>
    </dgm:pt>
    <dgm:pt modelId="{F8479B91-EE70-43F8-BCA2-5DD20346A3D9}" type="parTrans" cxnId="{F9B7658E-32F6-4573-A94B-743F8887C584}">
      <dgm:prSet/>
      <dgm:spPr/>
      <dgm:t>
        <a:bodyPr/>
        <a:lstStyle/>
        <a:p>
          <a:endParaRPr lang="en-US"/>
        </a:p>
      </dgm:t>
    </dgm:pt>
    <dgm:pt modelId="{83869D44-8A27-4882-9D96-BBBA4737830B}" type="sibTrans" cxnId="{F9B7658E-32F6-4573-A94B-743F8887C584}">
      <dgm:prSet/>
      <dgm:spPr/>
      <dgm:t>
        <a:bodyPr/>
        <a:lstStyle/>
        <a:p>
          <a:endParaRPr lang="en-US"/>
        </a:p>
      </dgm:t>
    </dgm:pt>
    <dgm:pt modelId="{2D50C507-E756-4DB2-96E0-18B95863ABB1}">
      <dgm:prSet phldrT="[Text]"/>
      <dgm:spPr>
        <a:solidFill>
          <a:schemeClr val="accent5">
            <a:lumMod val="60000"/>
            <a:lumOff val="40000"/>
            <a:alpha val="90000"/>
          </a:schemeClr>
        </a:solidFill>
      </dgm:spPr>
      <dgm:t>
        <a:bodyPr/>
        <a:lstStyle/>
        <a:p>
          <a:r>
            <a:rPr lang="en-US" dirty="0"/>
            <a:t>SHA-2</a:t>
          </a:r>
        </a:p>
      </dgm:t>
    </dgm:pt>
    <dgm:pt modelId="{DF77D465-E424-4036-BF21-BE8CFF79C6A1}" type="parTrans" cxnId="{FF6010D7-1FF0-4E4D-8C70-FEA3A371AB74}">
      <dgm:prSet/>
      <dgm:spPr/>
      <dgm:t>
        <a:bodyPr/>
        <a:lstStyle/>
        <a:p>
          <a:endParaRPr lang="en-US"/>
        </a:p>
      </dgm:t>
    </dgm:pt>
    <dgm:pt modelId="{E0EB9A14-A2FF-475F-9A08-DB7ECE50E516}" type="sibTrans" cxnId="{FF6010D7-1FF0-4E4D-8C70-FEA3A371AB74}">
      <dgm:prSet/>
      <dgm:spPr/>
      <dgm:t>
        <a:bodyPr/>
        <a:lstStyle/>
        <a:p>
          <a:endParaRPr lang="en-US"/>
        </a:p>
      </dgm:t>
    </dgm:pt>
    <dgm:pt modelId="{EAEFE1A1-F2C9-4029-A548-97C557488364}">
      <dgm:prSet phldrT="[Text]"/>
      <dgm:spPr>
        <a:solidFill>
          <a:schemeClr val="accent5">
            <a:lumMod val="60000"/>
            <a:lumOff val="40000"/>
            <a:alpha val="90000"/>
          </a:schemeClr>
        </a:solidFill>
      </dgm:spPr>
      <dgm:t>
        <a:bodyPr/>
        <a:lstStyle/>
        <a:p>
          <a:r>
            <a:rPr lang="en-US" dirty="0"/>
            <a:t>MD5</a:t>
          </a:r>
        </a:p>
      </dgm:t>
    </dgm:pt>
    <dgm:pt modelId="{2E6C399D-D588-4616-8ED4-22D0413D0310}" type="parTrans" cxnId="{91AF3F14-7093-4B8C-96D4-4DF20540F9D7}">
      <dgm:prSet/>
      <dgm:spPr/>
      <dgm:t>
        <a:bodyPr/>
        <a:lstStyle/>
        <a:p>
          <a:endParaRPr lang="en-US"/>
        </a:p>
      </dgm:t>
    </dgm:pt>
    <dgm:pt modelId="{506F2E20-D890-444C-9109-9FB96617C21A}" type="sibTrans" cxnId="{91AF3F14-7093-4B8C-96D4-4DF20540F9D7}">
      <dgm:prSet/>
      <dgm:spPr/>
      <dgm:t>
        <a:bodyPr/>
        <a:lstStyle/>
        <a:p>
          <a:endParaRPr lang="en-US"/>
        </a:p>
      </dgm:t>
    </dgm:pt>
    <dgm:pt modelId="{2E4C7BF9-FD1E-4D46-B26B-B6FF839FFED3}" type="pres">
      <dgm:prSet presAssocID="{0317A7B6-81C4-4C8D-8B1E-E2E6007D330D}" presName="diagram" presStyleCnt="0">
        <dgm:presLayoutVars>
          <dgm:chPref val="1"/>
          <dgm:dir/>
          <dgm:animOne val="branch"/>
          <dgm:animLvl val="lvl"/>
          <dgm:resizeHandles/>
        </dgm:presLayoutVars>
      </dgm:prSet>
      <dgm:spPr/>
    </dgm:pt>
    <dgm:pt modelId="{1D3515FB-4258-4AF5-AC46-1C6405AF7A79}" type="pres">
      <dgm:prSet presAssocID="{EA14A0AF-1586-4536-B072-C4560B031D53}" presName="root" presStyleCnt="0"/>
      <dgm:spPr/>
    </dgm:pt>
    <dgm:pt modelId="{A49AD529-285E-4D12-AF8D-F110E141DFF2}" type="pres">
      <dgm:prSet presAssocID="{EA14A0AF-1586-4536-B072-C4560B031D53}" presName="rootComposite" presStyleCnt="0"/>
      <dgm:spPr/>
    </dgm:pt>
    <dgm:pt modelId="{63055B90-BE4F-4C3B-B691-AE96F93FB3E7}" type="pres">
      <dgm:prSet presAssocID="{EA14A0AF-1586-4536-B072-C4560B031D53}" presName="rootText" presStyleLbl="node1" presStyleIdx="0" presStyleCnt="3"/>
      <dgm:spPr/>
    </dgm:pt>
    <dgm:pt modelId="{8AC34782-3C40-4F74-A5DF-BCDA301FA0B5}" type="pres">
      <dgm:prSet presAssocID="{EA14A0AF-1586-4536-B072-C4560B031D53}" presName="rootConnector" presStyleLbl="node1" presStyleIdx="0" presStyleCnt="3"/>
      <dgm:spPr/>
    </dgm:pt>
    <dgm:pt modelId="{72BD7DCB-4FCC-45C2-8A37-EC614E60F382}" type="pres">
      <dgm:prSet presAssocID="{EA14A0AF-1586-4536-B072-C4560B031D53}" presName="childShape" presStyleCnt="0"/>
      <dgm:spPr/>
    </dgm:pt>
    <dgm:pt modelId="{4F40F422-58BD-4242-8AA0-3D5CE49081DD}" type="pres">
      <dgm:prSet presAssocID="{559BAF5E-2F5C-491F-9CA2-F41073E5992A}" presName="Name13" presStyleLbl="parChTrans1D2" presStyleIdx="0" presStyleCnt="6"/>
      <dgm:spPr/>
    </dgm:pt>
    <dgm:pt modelId="{3B6B1FB1-F4D1-43F4-A4BD-DD093EDA11F8}" type="pres">
      <dgm:prSet presAssocID="{25BFE4D3-2A46-454D-97C7-6BB03DA25D07}" presName="childText" presStyleLbl="bgAcc1" presStyleIdx="0" presStyleCnt="6" custLinFactNeighborY="-30">
        <dgm:presLayoutVars>
          <dgm:bulletEnabled val="1"/>
        </dgm:presLayoutVars>
      </dgm:prSet>
      <dgm:spPr/>
    </dgm:pt>
    <dgm:pt modelId="{5DF3224B-44AE-4BCE-B91F-F981119D8E71}" type="pres">
      <dgm:prSet presAssocID="{75D3B213-C657-4AD7-A1D5-C07622E4F04B}" presName="Name13" presStyleLbl="parChTrans1D2" presStyleIdx="1" presStyleCnt="6"/>
      <dgm:spPr/>
    </dgm:pt>
    <dgm:pt modelId="{12B899B0-7C93-456F-961C-C028C632188F}" type="pres">
      <dgm:prSet presAssocID="{64E5FE0C-BD9F-4122-BAB6-413BA66D5A50}" presName="childText" presStyleLbl="bgAcc1" presStyleIdx="1" presStyleCnt="6" custLinFactNeighborY="-30">
        <dgm:presLayoutVars>
          <dgm:bulletEnabled val="1"/>
        </dgm:presLayoutVars>
      </dgm:prSet>
      <dgm:spPr/>
    </dgm:pt>
    <dgm:pt modelId="{520BF2E5-6A4A-425D-9C82-728D74AFE1AB}" type="pres">
      <dgm:prSet presAssocID="{10C43199-AFB6-4297-8DD7-666E9A7DBFFE}" presName="root" presStyleCnt="0"/>
      <dgm:spPr/>
    </dgm:pt>
    <dgm:pt modelId="{E374C057-2A0A-43D8-A289-BD66AFE1760A}" type="pres">
      <dgm:prSet presAssocID="{10C43199-AFB6-4297-8DD7-666E9A7DBFFE}" presName="rootComposite" presStyleCnt="0"/>
      <dgm:spPr/>
    </dgm:pt>
    <dgm:pt modelId="{66EDDC2C-3F50-44AD-A12A-8575F25B487B}" type="pres">
      <dgm:prSet presAssocID="{10C43199-AFB6-4297-8DD7-666E9A7DBFFE}" presName="rootText" presStyleLbl="node1" presStyleIdx="1" presStyleCnt="3" custLinFactNeighborX="0" custLinFactNeighborY="-2143"/>
      <dgm:spPr/>
    </dgm:pt>
    <dgm:pt modelId="{EC2D9CA2-F3FD-43BE-BC73-83EEB7BBE898}" type="pres">
      <dgm:prSet presAssocID="{10C43199-AFB6-4297-8DD7-666E9A7DBFFE}" presName="rootConnector" presStyleLbl="node1" presStyleIdx="1" presStyleCnt="3"/>
      <dgm:spPr/>
    </dgm:pt>
    <dgm:pt modelId="{1E3154B7-690B-4C2F-81F9-FCEE64920008}" type="pres">
      <dgm:prSet presAssocID="{10C43199-AFB6-4297-8DD7-666E9A7DBFFE}" presName="childShape" presStyleCnt="0"/>
      <dgm:spPr/>
    </dgm:pt>
    <dgm:pt modelId="{459B20C1-4EC1-496F-8A02-AB9C8AB7ADEC}" type="pres">
      <dgm:prSet presAssocID="{F8479B91-EE70-43F8-BCA2-5DD20346A3D9}" presName="Name13" presStyleLbl="parChTrans1D2" presStyleIdx="2" presStyleCnt="6"/>
      <dgm:spPr/>
    </dgm:pt>
    <dgm:pt modelId="{5D3D7FA6-5842-4D85-ACA3-748179A6D2AE}" type="pres">
      <dgm:prSet presAssocID="{410A0F07-0D24-48BF-BEF2-B74B63079A94}" presName="childText" presStyleLbl="bgAcc1" presStyleIdx="2" presStyleCnt="6" custLinFactNeighborY="3943">
        <dgm:presLayoutVars>
          <dgm:bulletEnabled val="1"/>
        </dgm:presLayoutVars>
      </dgm:prSet>
      <dgm:spPr/>
    </dgm:pt>
    <dgm:pt modelId="{154368DE-F344-4BB4-AA88-CF2DD16AADFA}" type="pres">
      <dgm:prSet presAssocID="{4DDF69C6-08C0-4BFD-BFF4-D0F54D9AD572}" presName="Name13" presStyleLbl="parChTrans1D2" presStyleIdx="3" presStyleCnt="6"/>
      <dgm:spPr/>
    </dgm:pt>
    <dgm:pt modelId="{7ED96F3D-3105-4E92-845C-F6D7BD0C5F80}" type="pres">
      <dgm:prSet presAssocID="{0030F3C7-EA2F-4282-AD36-A7B336F73552}" presName="childText" presStyleLbl="bgAcc1" presStyleIdx="3" presStyleCnt="6" custLinFactNeighborY="-30">
        <dgm:presLayoutVars>
          <dgm:bulletEnabled val="1"/>
        </dgm:presLayoutVars>
      </dgm:prSet>
      <dgm:spPr/>
    </dgm:pt>
    <dgm:pt modelId="{630DE761-CAF6-4438-9218-F9B1941FECC8}" type="pres">
      <dgm:prSet presAssocID="{124152AB-ADF6-43EA-AFBD-6F89ACFC9EAB}" presName="root" presStyleCnt="0"/>
      <dgm:spPr/>
    </dgm:pt>
    <dgm:pt modelId="{605C50B9-9AA8-41C2-8AAC-B0EFD6394373}" type="pres">
      <dgm:prSet presAssocID="{124152AB-ADF6-43EA-AFBD-6F89ACFC9EAB}" presName="rootComposite" presStyleCnt="0"/>
      <dgm:spPr/>
    </dgm:pt>
    <dgm:pt modelId="{9A44E667-6756-49D6-AC12-EC4725D3EB0A}" type="pres">
      <dgm:prSet presAssocID="{124152AB-ADF6-43EA-AFBD-6F89ACFC9EAB}" presName="rootText" presStyleLbl="node1" presStyleIdx="2" presStyleCnt="3" custFlipHor="1"/>
      <dgm:spPr/>
    </dgm:pt>
    <dgm:pt modelId="{9B235C63-2B51-4C79-8B9E-98F483214813}" type="pres">
      <dgm:prSet presAssocID="{124152AB-ADF6-43EA-AFBD-6F89ACFC9EAB}" presName="rootConnector" presStyleLbl="node1" presStyleIdx="2" presStyleCnt="3"/>
      <dgm:spPr/>
    </dgm:pt>
    <dgm:pt modelId="{6466478B-3D9B-4E81-B457-DEBC59C53139}" type="pres">
      <dgm:prSet presAssocID="{124152AB-ADF6-43EA-AFBD-6F89ACFC9EAB}" presName="childShape" presStyleCnt="0"/>
      <dgm:spPr/>
    </dgm:pt>
    <dgm:pt modelId="{87C4D70F-E624-4447-85F4-A19918069CF8}" type="pres">
      <dgm:prSet presAssocID="{2E6C399D-D588-4616-8ED4-22D0413D0310}" presName="Name13" presStyleLbl="parChTrans1D2" presStyleIdx="4" presStyleCnt="6"/>
      <dgm:spPr/>
    </dgm:pt>
    <dgm:pt modelId="{EF21A290-D06D-42E5-943E-4B2F1FD71F2D}" type="pres">
      <dgm:prSet presAssocID="{EAEFE1A1-F2C9-4029-A548-97C557488364}" presName="childText" presStyleLbl="bgAcc1" presStyleIdx="4" presStyleCnt="6" custLinFactNeighborY="3943">
        <dgm:presLayoutVars>
          <dgm:bulletEnabled val="1"/>
        </dgm:presLayoutVars>
      </dgm:prSet>
      <dgm:spPr/>
    </dgm:pt>
    <dgm:pt modelId="{9BF709CA-CCA3-4900-98CC-8F618F86575B}" type="pres">
      <dgm:prSet presAssocID="{DF77D465-E424-4036-BF21-BE8CFF79C6A1}" presName="Name13" presStyleLbl="parChTrans1D2" presStyleIdx="5" presStyleCnt="6"/>
      <dgm:spPr/>
    </dgm:pt>
    <dgm:pt modelId="{62E2C833-5E98-49A3-9EED-32A0D03EAB73}" type="pres">
      <dgm:prSet presAssocID="{2D50C507-E756-4DB2-96E0-18B95863ABB1}" presName="childText" presStyleLbl="bgAcc1" presStyleIdx="5" presStyleCnt="6" custLinFactNeighborY="3943">
        <dgm:presLayoutVars>
          <dgm:bulletEnabled val="1"/>
        </dgm:presLayoutVars>
      </dgm:prSet>
      <dgm:spPr/>
    </dgm:pt>
  </dgm:ptLst>
  <dgm:cxnLst>
    <dgm:cxn modelId="{7B18A90E-E3E5-4E80-8DA0-B20E3169995E}" srcId="{10C43199-AFB6-4297-8DD7-666E9A7DBFFE}" destId="{0030F3C7-EA2F-4282-AD36-A7B336F73552}" srcOrd="1" destOrd="0" parTransId="{4DDF69C6-08C0-4BFD-BFF4-D0F54D9AD572}" sibTransId="{0D68B8B2-D839-4A71-AA59-410D38DD7BDA}"/>
    <dgm:cxn modelId="{91AF3F14-7093-4B8C-96D4-4DF20540F9D7}" srcId="{124152AB-ADF6-43EA-AFBD-6F89ACFC9EAB}" destId="{EAEFE1A1-F2C9-4029-A548-97C557488364}" srcOrd="0" destOrd="0" parTransId="{2E6C399D-D588-4616-8ED4-22D0413D0310}" sibTransId="{506F2E20-D890-444C-9109-9FB96617C21A}"/>
    <dgm:cxn modelId="{A907A015-A23C-46B4-B327-8439FF93AD1A}" type="presOf" srcId="{EA14A0AF-1586-4536-B072-C4560B031D53}" destId="{63055B90-BE4F-4C3B-B691-AE96F93FB3E7}" srcOrd="0" destOrd="0" presId="urn:microsoft.com/office/officeart/2005/8/layout/hierarchy3"/>
    <dgm:cxn modelId="{AF61C927-87E1-4F5A-A7EB-081398F666CD}" srcId="{EA14A0AF-1586-4536-B072-C4560B031D53}" destId="{64E5FE0C-BD9F-4122-BAB6-413BA66D5A50}" srcOrd="1" destOrd="0" parTransId="{75D3B213-C657-4AD7-A1D5-C07622E4F04B}" sibTransId="{C57648A0-A6BC-4486-8B17-731DC9959E24}"/>
    <dgm:cxn modelId="{5D91322A-ED17-446E-A6CE-D606D66C428D}" type="presOf" srcId="{124152AB-ADF6-43EA-AFBD-6F89ACFC9EAB}" destId="{9A44E667-6756-49D6-AC12-EC4725D3EB0A}" srcOrd="0" destOrd="0" presId="urn:microsoft.com/office/officeart/2005/8/layout/hierarchy3"/>
    <dgm:cxn modelId="{693CAC30-7B58-4A51-A766-A4AC6EBB6B5F}" type="presOf" srcId="{10C43199-AFB6-4297-8DD7-666E9A7DBFFE}" destId="{66EDDC2C-3F50-44AD-A12A-8575F25B487B}" srcOrd="0" destOrd="0" presId="urn:microsoft.com/office/officeart/2005/8/layout/hierarchy3"/>
    <dgm:cxn modelId="{00A1AD37-E0CE-4A4F-AD64-11AF90C31640}" type="presOf" srcId="{64E5FE0C-BD9F-4122-BAB6-413BA66D5A50}" destId="{12B899B0-7C93-456F-961C-C028C632188F}" srcOrd="0" destOrd="0" presId="urn:microsoft.com/office/officeart/2005/8/layout/hierarchy3"/>
    <dgm:cxn modelId="{C521CC3A-91CE-4C39-AE7D-1426D00F054B}" type="presOf" srcId="{124152AB-ADF6-43EA-AFBD-6F89ACFC9EAB}" destId="{9B235C63-2B51-4C79-8B9E-98F483214813}" srcOrd="1" destOrd="0" presId="urn:microsoft.com/office/officeart/2005/8/layout/hierarchy3"/>
    <dgm:cxn modelId="{97FA365B-F5E2-4F6B-B551-FCE2C5F54604}" type="presOf" srcId="{4DDF69C6-08C0-4BFD-BFF4-D0F54D9AD572}" destId="{154368DE-F344-4BB4-AA88-CF2DD16AADFA}" srcOrd="0" destOrd="0" presId="urn:microsoft.com/office/officeart/2005/8/layout/hierarchy3"/>
    <dgm:cxn modelId="{173EC242-43F1-44C3-AEC8-FEAB046D4544}" srcId="{EA14A0AF-1586-4536-B072-C4560B031D53}" destId="{25BFE4D3-2A46-454D-97C7-6BB03DA25D07}" srcOrd="0" destOrd="0" parTransId="{559BAF5E-2F5C-491F-9CA2-F41073E5992A}" sibTransId="{2AE21EE9-A3DC-4EE6-B8FB-43843AFABBB2}"/>
    <dgm:cxn modelId="{434C6349-8DF1-4853-879C-D77AB95D62E6}" type="presOf" srcId="{2E6C399D-D588-4616-8ED4-22D0413D0310}" destId="{87C4D70F-E624-4447-85F4-A19918069CF8}" srcOrd="0" destOrd="0" presId="urn:microsoft.com/office/officeart/2005/8/layout/hierarchy3"/>
    <dgm:cxn modelId="{46E09776-C794-404E-A0C2-7A727C51A2CD}" type="presOf" srcId="{559BAF5E-2F5C-491F-9CA2-F41073E5992A}" destId="{4F40F422-58BD-4242-8AA0-3D5CE49081DD}" srcOrd="0" destOrd="0" presId="urn:microsoft.com/office/officeart/2005/8/layout/hierarchy3"/>
    <dgm:cxn modelId="{1BB8CB86-3323-4ED8-9C16-752CE32325D4}" type="presOf" srcId="{EAEFE1A1-F2C9-4029-A548-97C557488364}" destId="{EF21A290-D06D-42E5-943E-4B2F1FD71F2D}" srcOrd="0" destOrd="0" presId="urn:microsoft.com/office/officeart/2005/8/layout/hierarchy3"/>
    <dgm:cxn modelId="{F9B7658E-32F6-4573-A94B-743F8887C584}" srcId="{10C43199-AFB6-4297-8DD7-666E9A7DBFFE}" destId="{410A0F07-0D24-48BF-BEF2-B74B63079A94}" srcOrd="0" destOrd="0" parTransId="{F8479B91-EE70-43F8-BCA2-5DD20346A3D9}" sibTransId="{83869D44-8A27-4882-9D96-BBBA4737830B}"/>
    <dgm:cxn modelId="{A5A80792-F9B8-4050-95F5-8A11B4348CAE}" type="presOf" srcId="{10C43199-AFB6-4297-8DD7-666E9A7DBFFE}" destId="{EC2D9CA2-F3FD-43BE-BC73-83EEB7BBE898}" srcOrd="1" destOrd="0" presId="urn:microsoft.com/office/officeart/2005/8/layout/hierarchy3"/>
    <dgm:cxn modelId="{DBC3D39E-AAE6-44FD-8A8A-6ACFF7C1B989}" srcId="{0317A7B6-81C4-4C8D-8B1E-E2E6007D330D}" destId="{124152AB-ADF6-43EA-AFBD-6F89ACFC9EAB}" srcOrd="2" destOrd="0" parTransId="{87DAF7DE-CCCE-4BC3-9891-FAF22E33F771}" sibTransId="{C604ACD2-0DFA-41EA-A235-9401063AD57F}"/>
    <dgm:cxn modelId="{2327D6A3-3A5A-4148-A13C-79EB86E2CEEC}" srcId="{0317A7B6-81C4-4C8D-8B1E-E2E6007D330D}" destId="{10C43199-AFB6-4297-8DD7-666E9A7DBFFE}" srcOrd="1" destOrd="0" parTransId="{E6DFD0B6-9CDB-4666-85FB-CE10AEC220F3}" sibTransId="{DFD84ED2-4437-4F57-B0B7-B9282A63A880}"/>
    <dgm:cxn modelId="{2B5728C4-090F-4A38-BAAF-2CB4A8F0A4CD}" type="presOf" srcId="{25BFE4D3-2A46-454D-97C7-6BB03DA25D07}" destId="{3B6B1FB1-F4D1-43F4-A4BD-DD093EDA11F8}" srcOrd="0" destOrd="0" presId="urn:microsoft.com/office/officeart/2005/8/layout/hierarchy3"/>
    <dgm:cxn modelId="{D22891C6-B588-4EE1-A0FD-4ECE7F35834D}" type="presOf" srcId="{75D3B213-C657-4AD7-A1D5-C07622E4F04B}" destId="{5DF3224B-44AE-4BCE-B91F-F981119D8E71}" srcOrd="0" destOrd="0" presId="urn:microsoft.com/office/officeart/2005/8/layout/hierarchy3"/>
    <dgm:cxn modelId="{5A7871CA-5A6E-4E32-AA98-91CB4EC099ED}" type="presOf" srcId="{2D50C507-E756-4DB2-96E0-18B95863ABB1}" destId="{62E2C833-5E98-49A3-9EED-32A0D03EAB73}" srcOrd="0" destOrd="0" presId="urn:microsoft.com/office/officeart/2005/8/layout/hierarchy3"/>
    <dgm:cxn modelId="{9080CFD6-77DA-4B99-B904-3320CF8ADE52}" type="presOf" srcId="{410A0F07-0D24-48BF-BEF2-B74B63079A94}" destId="{5D3D7FA6-5842-4D85-ACA3-748179A6D2AE}" srcOrd="0" destOrd="0" presId="urn:microsoft.com/office/officeart/2005/8/layout/hierarchy3"/>
    <dgm:cxn modelId="{FF6010D7-1FF0-4E4D-8C70-FEA3A371AB74}" srcId="{124152AB-ADF6-43EA-AFBD-6F89ACFC9EAB}" destId="{2D50C507-E756-4DB2-96E0-18B95863ABB1}" srcOrd="1" destOrd="0" parTransId="{DF77D465-E424-4036-BF21-BE8CFF79C6A1}" sibTransId="{E0EB9A14-A2FF-475F-9A08-DB7ECE50E516}"/>
    <dgm:cxn modelId="{7A7BCEE3-74B8-4D9A-8044-2ADFB909FB15}" type="presOf" srcId="{F8479B91-EE70-43F8-BCA2-5DD20346A3D9}" destId="{459B20C1-4EC1-496F-8A02-AB9C8AB7ADEC}" srcOrd="0" destOrd="0" presId="urn:microsoft.com/office/officeart/2005/8/layout/hierarchy3"/>
    <dgm:cxn modelId="{F27FDAE5-FF1C-4EB0-8CD3-811835E095F4}" type="presOf" srcId="{DF77D465-E424-4036-BF21-BE8CFF79C6A1}" destId="{9BF709CA-CCA3-4900-98CC-8F618F86575B}" srcOrd="0" destOrd="0" presId="urn:microsoft.com/office/officeart/2005/8/layout/hierarchy3"/>
    <dgm:cxn modelId="{382961E8-FD8D-4551-93E8-6F9F8DABBD38}" type="presOf" srcId="{0317A7B6-81C4-4C8D-8B1E-E2E6007D330D}" destId="{2E4C7BF9-FD1E-4D46-B26B-B6FF839FFED3}" srcOrd="0" destOrd="0" presId="urn:microsoft.com/office/officeart/2005/8/layout/hierarchy3"/>
    <dgm:cxn modelId="{FBE560FA-8BCB-410F-BE8E-8A00888727A6}" srcId="{0317A7B6-81C4-4C8D-8B1E-E2E6007D330D}" destId="{EA14A0AF-1586-4536-B072-C4560B031D53}" srcOrd="0" destOrd="0" parTransId="{E2822C50-222C-4F5F-A5E4-08EFCA7602E9}" sibTransId="{B0122C85-A8FC-4113-BCCA-7B7F4B8C0616}"/>
    <dgm:cxn modelId="{5694F0FD-C4D1-49C0-9F6D-93AF6991B10A}" type="presOf" srcId="{0030F3C7-EA2F-4282-AD36-A7B336F73552}" destId="{7ED96F3D-3105-4E92-845C-F6D7BD0C5F80}" srcOrd="0" destOrd="0" presId="urn:microsoft.com/office/officeart/2005/8/layout/hierarchy3"/>
    <dgm:cxn modelId="{08D74DFE-B2AD-4C82-8288-1AC774212872}" type="presOf" srcId="{EA14A0AF-1586-4536-B072-C4560B031D53}" destId="{8AC34782-3C40-4F74-A5DF-BCDA301FA0B5}" srcOrd="1" destOrd="0" presId="urn:microsoft.com/office/officeart/2005/8/layout/hierarchy3"/>
    <dgm:cxn modelId="{0706970A-280F-4971-B69F-6A9B19FABD21}" type="presParOf" srcId="{2E4C7BF9-FD1E-4D46-B26B-B6FF839FFED3}" destId="{1D3515FB-4258-4AF5-AC46-1C6405AF7A79}" srcOrd="0" destOrd="0" presId="urn:microsoft.com/office/officeart/2005/8/layout/hierarchy3"/>
    <dgm:cxn modelId="{F1642BD0-D67D-4F15-814B-6BF3280770A6}" type="presParOf" srcId="{1D3515FB-4258-4AF5-AC46-1C6405AF7A79}" destId="{A49AD529-285E-4D12-AF8D-F110E141DFF2}" srcOrd="0" destOrd="0" presId="urn:microsoft.com/office/officeart/2005/8/layout/hierarchy3"/>
    <dgm:cxn modelId="{E4AA6E13-CEA9-4738-B3F7-4310B7A0BF47}" type="presParOf" srcId="{A49AD529-285E-4D12-AF8D-F110E141DFF2}" destId="{63055B90-BE4F-4C3B-B691-AE96F93FB3E7}" srcOrd="0" destOrd="0" presId="urn:microsoft.com/office/officeart/2005/8/layout/hierarchy3"/>
    <dgm:cxn modelId="{10334EEA-9BD3-4781-BE85-E7DF68B589EF}" type="presParOf" srcId="{A49AD529-285E-4D12-AF8D-F110E141DFF2}" destId="{8AC34782-3C40-4F74-A5DF-BCDA301FA0B5}" srcOrd="1" destOrd="0" presId="urn:microsoft.com/office/officeart/2005/8/layout/hierarchy3"/>
    <dgm:cxn modelId="{D2F4AF92-99DB-4AEE-81AB-CA40B37AB978}" type="presParOf" srcId="{1D3515FB-4258-4AF5-AC46-1C6405AF7A79}" destId="{72BD7DCB-4FCC-45C2-8A37-EC614E60F382}" srcOrd="1" destOrd="0" presId="urn:microsoft.com/office/officeart/2005/8/layout/hierarchy3"/>
    <dgm:cxn modelId="{B646DC93-5288-4767-9282-5FAB0EE3D7C8}" type="presParOf" srcId="{72BD7DCB-4FCC-45C2-8A37-EC614E60F382}" destId="{4F40F422-58BD-4242-8AA0-3D5CE49081DD}" srcOrd="0" destOrd="0" presId="urn:microsoft.com/office/officeart/2005/8/layout/hierarchy3"/>
    <dgm:cxn modelId="{C4A9DA27-00AB-4830-8AF8-7C208EE28E3F}" type="presParOf" srcId="{72BD7DCB-4FCC-45C2-8A37-EC614E60F382}" destId="{3B6B1FB1-F4D1-43F4-A4BD-DD093EDA11F8}" srcOrd="1" destOrd="0" presId="urn:microsoft.com/office/officeart/2005/8/layout/hierarchy3"/>
    <dgm:cxn modelId="{3EB81AE0-9908-4610-AAE4-9075053B75F7}" type="presParOf" srcId="{72BD7DCB-4FCC-45C2-8A37-EC614E60F382}" destId="{5DF3224B-44AE-4BCE-B91F-F981119D8E71}" srcOrd="2" destOrd="0" presId="urn:microsoft.com/office/officeart/2005/8/layout/hierarchy3"/>
    <dgm:cxn modelId="{312EF56A-6DB7-4D69-BA85-2087598C1578}" type="presParOf" srcId="{72BD7DCB-4FCC-45C2-8A37-EC614E60F382}" destId="{12B899B0-7C93-456F-961C-C028C632188F}" srcOrd="3" destOrd="0" presId="urn:microsoft.com/office/officeart/2005/8/layout/hierarchy3"/>
    <dgm:cxn modelId="{C0295D37-338A-4AC4-8C44-C3828DE0F75A}" type="presParOf" srcId="{2E4C7BF9-FD1E-4D46-B26B-B6FF839FFED3}" destId="{520BF2E5-6A4A-425D-9C82-728D74AFE1AB}" srcOrd="1" destOrd="0" presId="urn:microsoft.com/office/officeart/2005/8/layout/hierarchy3"/>
    <dgm:cxn modelId="{5F60A54E-34C2-459B-8DF6-646272CBE758}" type="presParOf" srcId="{520BF2E5-6A4A-425D-9C82-728D74AFE1AB}" destId="{E374C057-2A0A-43D8-A289-BD66AFE1760A}" srcOrd="0" destOrd="0" presId="urn:microsoft.com/office/officeart/2005/8/layout/hierarchy3"/>
    <dgm:cxn modelId="{F3B2EFA7-197F-4D16-831C-F794E3EDDD40}" type="presParOf" srcId="{E374C057-2A0A-43D8-A289-BD66AFE1760A}" destId="{66EDDC2C-3F50-44AD-A12A-8575F25B487B}" srcOrd="0" destOrd="0" presId="urn:microsoft.com/office/officeart/2005/8/layout/hierarchy3"/>
    <dgm:cxn modelId="{02E47FD9-8C4E-4801-9254-9B87901948D8}" type="presParOf" srcId="{E374C057-2A0A-43D8-A289-BD66AFE1760A}" destId="{EC2D9CA2-F3FD-43BE-BC73-83EEB7BBE898}" srcOrd="1" destOrd="0" presId="urn:microsoft.com/office/officeart/2005/8/layout/hierarchy3"/>
    <dgm:cxn modelId="{E0D971CE-EE9C-4C75-A7B3-D6EEFE6F4ABA}" type="presParOf" srcId="{520BF2E5-6A4A-425D-9C82-728D74AFE1AB}" destId="{1E3154B7-690B-4C2F-81F9-FCEE64920008}" srcOrd="1" destOrd="0" presId="urn:microsoft.com/office/officeart/2005/8/layout/hierarchy3"/>
    <dgm:cxn modelId="{7B36D07D-C240-46FF-B488-4C6EF8A3BE7D}" type="presParOf" srcId="{1E3154B7-690B-4C2F-81F9-FCEE64920008}" destId="{459B20C1-4EC1-496F-8A02-AB9C8AB7ADEC}" srcOrd="0" destOrd="0" presId="urn:microsoft.com/office/officeart/2005/8/layout/hierarchy3"/>
    <dgm:cxn modelId="{6D7A9263-7CE3-4D55-A9E0-E29CAA8E65DE}" type="presParOf" srcId="{1E3154B7-690B-4C2F-81F9-FCEE64920008}" destId="{5D3D7FA6-5842-4D85-ACA3-748179A6D2AE}" srcOrd="1" destOrd="0" presId="urn:microsoft.com/office/officeart/2005/8/layout/hierarchy3"/>
    <dgm:cxn modelId="{1153D58E-E6FB-4953-B079-A7E6D4B7941C}" type="presParOf" srcId="{1E3154B7-690B-4C2F-81F9-FCEE64920008}" destId="{154368DE-F344-4BB4-AA88-CF2DD16AADFA}" srcOrd="2" destOrd="0" presId="urn:microsoft.com/office/officeart/2005/8/layout/hierarchy3"/>
    <dgm:cxn modelId="{8083096D-554A-4769-ACC7-C0AFF0F04E43}" type="presParOf" srcId="{1E3154B7-690B-4C2F-81F9-FCEE64920008}" destId="{7ED96F3D-3105-4E92-845C-F6D7BD0C5F80}" srcOrd="3" destOrd="0" presId="urn:microsoft.com/office/officeart/2005/8/layout/hierarchy3"/>
    <dgm:cxn modelId="{DA5E88E9-EE88-49F4-B826-2761DDCC0FBF}" type="presParOf" srcId="{2E4C7BF9-FD1E-4D46-B26B-B6FF839FFED3}" destId="{630DE761-CAF6-4438-9218-F9B1941FECC8}" srcOrd="2" destOrd="0" presId="urn:microsoft.com/office/officeart/2005/8/layout/hierarchy3"/>
    <dgm:cxn modelId="{EFAEAB08-2496-442F-8A76-60F04D5487B2}" type="presParOf" srcId="{630DE761-CAF6-4438-9218-F9B1941FECC8}" destId="{605C50B9-9AA8-41C2-8AAC-B0EFD6394373}" srcOrd="0" destOrd="0" presId="urn:microsoft.com/office/officeart/2005/8/layout/hierarchy3"/>
    <dgm:cxn modelId="{A4DA616E-85C6-4663-AED1-D424A9F9393F}" type="presParOf" srcId="{605C50B9-9AA8-41C2-8AAC-B0EFD6394373}" destId="{9A44E667-6756-49D6-AC12-EC4725D3EB0A}" srcOrd="0" destOrd="0" presId="urn:microsoft.com/office/officeart/2005/8/layout/hierarchy3"/>
    <dgm:cxn modelId="{66CCAC65-C10C-469A-AE5F-9446A608C2FE}" type="presParOf" srcId="{605C50B9-9AA8-41C2-8AAC-B0EFD6394373}" destId="{9B235C63-2B51-4C79-8B9E-98F483214813}" srcOrd="1" destOrd="0" presId="urn:microsoft.com/office/officeart/2005/8/layout/hierarchy3"/>
    <dgm:cxn modelId="{A0A63D34-8A1D-4809-BAF3-0E762C756092}" type="presParOf" srcId="{630DE761-CAF6-4438-9218-F9B1941FECC8}" destId="{6466478B-3D9B-4E81-B457-DEBC59C53139}" srcOrd="1" destOrd="0" presId="urn:microsoft.com/office/officeart/2005/8/layout/hierarchy3"/>
    <dgm:cxn modelId="{3C1D03DA-FAFC-457B-8207-476E588C397B}" type="presParOf" srcId="{6466478B-3D9B-4E81-B457-DEBC59C53139}" destId="{87C4D70F-E624-4447-85F4-A19918069CF8}" srcOrd="0" destOrd="0" presId="urn:microsoft.com/office/officeart/2005/8/layout/hierarchy3"/>
    <dgm:cxn modelId="{332D2E03-DCA4-4F9A-9026-BEFB57DE092B}" type="presParOf" srcId="{6466478B-3D9B-4E81-B457-DEBC59C53139}" destId="{EF21A290-D06D-42E5-943E-4B2F1FD71F2D}" srcOrd="1" destOrd="0" presId="urn:microsoft.com/office/officeart/2005/8/layout/hierarchy3"/>
    <dgm:cxn modelId="{539031E8-ED6B-4FA0-99F7-75D1E0BE5137}" type="presParOf" srcId="{6466478B-3D9B-4E81-B457-DEBC59C53139}" destId="{9BF709CA-CCA3-4900-98CC-8F618F86575B}" srcOrd="2" destOrd="0" presId="urn:microsoft.com/office/officeart/2005/8/layout/hierarchy3"/>
    <dgm:cxn modelId="{A4E434F6-FD2F-4437-A39C-3C296E752F5A}" type="presParOf" srcId="{6466478B-3D9B-4E81-B457-DEBC59C53139}" destId="{62E2C833-5E98-49A3-9EED-32A0D03EAB73}" srcOrd="3" destOrd="0" presId="urn:microsoft.com/office/officeart/2005/8/layout/hierarchy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21E5279-5B8C-499F-80BF-D880EC3836BD}"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6F6FD351-AD73-4BCC-8832-9E2429CED99A}">
      <dgm:prSet/>
      <dgm:spPr/>
      <dgm:t>
        <a:bodyPr/>
        <a:lstStyle/>
        <a:p>
          <a:r>
            <a:rPr lang="en-US" dirty="0"/>
            <a:t>ENCRYPTION</a:t>
          </a:r>
        </a:p>
      </dgm:t>
    </dgm:pt>
    <dgm:pt modelId="{D02D1DA2-7555-4537-B4D4-2C51E125D45D}" type="parTrans" cxnId="{9A91BFD8-9B84-40F5-924D-92F1A484B678}">
      <dgm:prSet/>
      <dgm:spPr/>
      <dgm:t>
        <a:bodyPr/>
        <a:lstStyle/>
        <a:p>
          <a:endParaRPr lang="en-US"/>
        </a:p>
      </dgm:t>
    </dgm:pt>
    <dgm:pt modelId="{54D57C6A-D528-4DFA-BDDE-6B2B65A1FFFE}" type="sibTrans" cxnId="{9A91BFD8-9B84-40F5-924D-92F1A484B678}">
      <dgm:prSet/>
      <dgm:spPr/>
      <dgm:t>
        <a:bodyPr/>
        <a:lstStyle/>
        <a:p>
          <a:endParaRPr lang="en-US"/>
        </a:p>
      </dgm:t>
    </dgm:pt>
    <dgm:pt modelId="{23FC1759-AF59-4A10-941C-D9F257AA204D}" type="pres">
      <dgm:prSet presAssocID="{C21E5279-5B8C-499F-80BF-D880EC3836BD}" presName="Name0" presStyleCnt="0">
        <dgm:presLayoutVars>
          <dgm:dir/>
          <dgm:animLvl val="lvl"/>
          <dgm:resizeHandles val="exact"/>
        </dgm:presLayoutVars>
      </dgm:prSet>
      <dgm:spPr/>
    </dgm:pt>
    <dgm:pt modelId="{6AFDEEC3-442D-4DD7-9B00-907E687A785F}" type="pres">
      <dgm:prSet presAssocID="{6F6FD351-AD73-4BCC-8832-9E2429CED99A}" presName="linNode" presStyleCnt="0"/>
      <dgm:spPr/>
    </dgm:pt>
    <dgm:pt modelId="{EC795093-1D76-4EE3-B2EC-7936EA51F721}" type="pres">
      <dgm:prSet presAssocID="{6F6FD351-AD73-4BCC-8832-9E2429CED99A}" presName="parentText" presStyleLbl="node1" presStyleIdx="0" presStyleCnt="1">
        <dgm:presLayoutVars>
          <dgm:chMax val="1"/>
          <dgm:bulletEnabled val="1"/>
        </dgm:presLayoutVars>
      </dgm:prSet>
      <dgm:spPr/>
    </dgm:pt>
  </dgm:ptLst>
  <dgm:cxnLst>
    <dgm:cxn modelId="{AE4D7602-5307-47F7-8276-6B34367891A6}" type="presOf" srcId="{C21E5279-5B8C-499F-80BF-D880EC3836BD}" destId="{23FC1759-AF59-4A10-941C-D9F257AA204D}" srcOrd="0" destOrd="0" presId="urn:microsoft.com/office/officeart/2005/8/layout/vList5"/>
    <dgm:cxn modelId="{54248FCA-CFAD-4FCF-91C1-CC7B738E59E4}" type="presOf" srcId="{6F6FD351-AD73-4BCC-8832-9E2429CED99A}" destId="{EC795093-1D76-4EE3-B2EC-7936EA51F721}" srcOrd="0" destOrd="0" presId="urn:microsoft.com/office/officeart/2005/8/layout/vList5"/>
    <dgm:cxn modelId="{9A91BFD8-9B84-40F5-924D-92F1A484B678}" srcId="{C21E5279-5B8C-499F-80BF-D880EC3836BD}" destId="{6F6FD351-AD73-4BCC-8832-9E2429CED99A}" srcOrd="0" destOrd="0" parTransId="{D02D1DA2-7555-4537-B4D4-2C51E125D45D}" sibTransId="{54D57C6A-D528-4DFA-BDDE-6B2B65A1FFFE}"/>
    <dgm:cxn modelId="{916C7978-1D7F-4AED-AF83-7FF31303E7F3}" type="presParOf" srcId="{23FC1759-AF59-4A10-941C-D9F257AA204D}" destId="{6AFDEEC3-442D-4DD7-9B00-907E687A785F}" srcOrd="0" destOrd="0" presId="urn:microsoft.com/office/officeart/2005/8/layout/vList5"/>
    <dgm:cxn modelId="{8A7B54E9-4E04-47F0-AEDD-31B9E5F04D85}" type="presParOf" srcId="{6AFDEEC3-442D-4DD7-9B00-907E687A785F}" destId="{EC795093-1D76-4EE3-B2EC-7936EA51F721}"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A947BD8-8959-41A2-B080-48424F27B2D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8BC4A784-0241-4647-B24F-CAD59F0BC2EE}">
      <dgm:prSet phldrT="[Text]"/>
      <dgm:spPr/>
      <dgm:t>
        <a:bodyPr/>
        <a:lstStyle/>
        <a:p>
          <a:r>
            <a:rPr lang="en-US" dirty="0"/>
            <a:t>This process converts the original representation of the information, known as plaintext, into an alternative form known as ciphertext. </a:t>
          </a:r>
        </a:p>
      </dgm:t>
    </dgm:pt>
    <dgm:pt modelId="{392868B8-8FBF-41A9-A57E-05AC5EA61D56}" type="parTrans" cxnId="{D278E324-C329-41D1-8A27-A56F8212E825}">
      <dgm:prSet/>
      <dgm:spPr/>
      <dgm:t>
        <a:bodyPr/>
        <a:lstStyle/>
        <a:p>
          <a:endParaRPr lang="en-US"/>
        </a:p>
      </dgm:t>
    </dgm:pt>
    <dgm:pt modelId="{03378DCB-81A6-4DC6-931E-03D73133B32C}" type="sibTrans" cxnId="{D278E324-C329-41D1-8A27-A56F8212E825}">
      <dgm:prSet/>
      <dgm:spPr/>
      <dgm:t>
        <a:bodyPr/>
        <a:lstStyle/>
        <a:p>
          <a:endParaRPr lang="en-US"/>
        </a:p>
      </dgm:t>
    </dgm:pt>
    <dgm:pt modelId="{9EE2501C-54BF-4CFB-A996-3ADE01C7F6A4}">
      <dgm:prSet phldrT="[Text]"/>
      <dgm:spPr/>
      <dgm:t>
        <a:bodyPr/>
        <a:lstStyle/>
        <a:p>
          <a:r>
            <a:rPr lang="en-US" dirty="0">
              <a:solidFill>
                <a:srgbClr val="013168"/>
              </a:solidFill>
            </a:rPr>
            <a:t>ENCRYPTION ALGORITHM : AES , RSA</a:t>
          </a:r>
        </a:p>
      </dgm:t>
    </dgm:pt>
    <dgm:pt modelId="{1F7B15B6-B809-4E61-B71A-ABBEEC75452D}" type="sibTrans" cxnId="{5F645A46-61E5-4143-A87D-C91749E8E84D}">
      <dgm:prSet/>
      <dgm:spPr/>
      <dgm:t>
        <a:bodyPr/>
        <a:lstStyle/>
        <a:p>
          <a:endParaRPr lang="en-US"/>
        </a:p>
      </dgm:t>
    </dgm:pt>
    <dgm:pt modelId="{0B3D553C-4BB9-4779-A6A9-F0C3DCCFEC1B}" type="parTrans" cxnId="{5F645A46-61E5-4143-A87D-C91749E8E84D}">
      <dgm:prSet/>
      <dgm:spPr/>
      <dgm:t>
        <a:bodyPr/>
        <a:lstStyle/>
        <a:p>
          <a:endParaRPr lang="en-US"/>
        </a:p>
      </dgm:t>
    </dgm:pt>
    <dgm:pt modelId="{47377DF1-09FB-4C95-92A6-2B49378AF105}">
      <dgm:prSet phldrT="[Text]"/>
      <dgm:spPr/>
      <dgm:t>
        <a:bodyPr/>
        <a:lstStyle/>
        <a:p>
          <a:r>
            <a:rPr lang="en-US" dirty="0"/>
            <a:t>To Encrypt a plaintext we need :</a:t>
          </a:r>
        </a:p>
      </dgm:t>
    </dgm:pt>
    <dgm:pt modelId="{F562E7CB-C953-4855-8A6A-BF54A7FDFD5F}" type="parTrans" cxnId="{8831F00A-7C51-4DBA-A63E-B69B52412F02}">
      <dgm:prSet/>
      <dgm:spPr/>
      <dgm:t>
        <a:bodyPr/>
        <a:lstStyle/>
        <a:p>
          <a:endParaRPr lang="en-US"/>
        </a:p>
      </dgm:t>
    </dgm:pt>
    <dgm:pt modelId="{4168D04B-58C2-4477-98F8-2AC7DF51D1FF}" type="sibTrans" cxnId="{8831F00A-7C51-4DBA-A63E-B69B52412F02}">
      <dgm:prSet/>
      <dgm:spPr/>
      <dgm:t>
        <a:bodyPr/>
        <a:lstStyle/>
        <a:p>
          <a:endParaRPr lang="en-US"/>
        </a:p>
      </dgm:t>
    </dgm:pt>
    <dgm:pt modelId="{B7425086-A09B-4825-8A39-FBF5F2B629C3}">
      <dgm:prSet phldrT="[Text]"/>
      <dgm:spPr/>
      <dgm:t>
        <a:bodyPr/>
        <a:lstStyle/>
        <a:p>
          <a:r>
            <a:rPr lang="en-US" dirty="0">
              <a:solidFill>
                <a:srgbClr val="013168"/>
              </a:solidFill>
            </a:rPr>
            <a:t>DATA MODE : CBC , EBC</a:t>
          </a:r>
        </a:p>
      </dgm:t>
    </dgm:pt>
    <dgm:pt modelId="{6B856B18-619F-4382-AE1E-ECC2C18388C3}" type="parTrans" cxnId="{F6890A08-C98A-4622-8A64-694B5EA488F6}">
      <dgm:prSet/>
      <dgm:spPr/>
      <dgm:t>
        <a:bodyPr/>
        <a:lstStyle/>
        <a:p>
          <a:endParaRPr lang="en-US"/>
        </a:p>
      </dgm:t>
    </dgm:pt>
    <dgm:pt modelId="{4BFB2B2A-0DD4-4BB6-A741-810E6A32CC34}" type="sibTrans" cxnId="{F6890A08-C98A-4622-8A64-694B5EA488F6}">
      <dgm:prSet/>
      <dgm:spPr/>
      <dgm:t>
        <a:bodyPr/>
        <a:lstStyle/>
        <a:p>
          <a:endParaRPr lang="en-US"/>
        </a:p>
      </dgm:t>
    </dgm:pt>
    <dgm:pt modelId="{7A5E8C7C-5BDF-4816-BCCA-B58821C971D1}" type="pres">
      <dgm:prSet presAssocID="{5A947BD8-8959-41A2-B080-48424F27B2D7}" presName="linear" presStyleCnt="0">
        <dgm:presLayoutVars>
          <dgm:animLvl val="lvl"/>
          <dgm:resizeHandles val="exact"/>
        </dgm:presLayoutVars>
      </dgm:prSet>
      <dgm:spPr/>
    </dgm:pt>
    <dgm:pt modelId="{2C8E1B6C-5C01-4D11-BCBA-D7040242FB9D}" type="pres">
      <dgm:prSet presAssocID="{8BC4A784-0241-4647-B24F-CAD59F0BC2EE}" presName="parentText" presStyleLbl="node1" presStyleIdx="0" presStyleCnt="2">
        <dgm:presLayoutVars>
          <dgm:chMax val="0"/>
          <dgm:bulletEnabled val="1"/>
        </dgm:presLayoutVars>
      </dgm:prSet>
      <dgm:spPr/>
    </dgm:pt>
    <dgm:pt modelId="{71435C86-025F-47A4-95EC-8C6A914C5173}" type="pres">
      <dgm:prSet presAssocID="{03378DCB-81A6-4DC6-931E-03D73133B32C}" presName="spacer" presStyleCnt="0"/>
      <dgm:spPr/>
    </dgm:pt>
    <dgm:pt modelId="{8E0CC827-32E6-442F-8E02-BD59DA3DE424}" type="pres">
      <dgm:prSet presAssocID="{47377DF1-09FB-4C95-92A6-2B49378AF105}" presName="parentText" presStyleLbl="node1" presStyleIdx="1" presStyleCnt="2">
        <dgm:presLayoutVars>
          <dgm:chMax val="0"/>
          <dgm:bulletEnabled val="1"/>
        </dgm:presLayoutVars>
      </dgm:prSet>
      <dgm:spPr/>
    </dgm:pt>
    <dgm:pt modelId="{23F10E0F-F333-4DC8-A981-24D518BF3006}" type="pres">
      <dgm:prSet presAssocID="{47377DF1-09FB-4C95-92A6-2B49378AF105}" presName="childText" presStyleLbl="revTx" presStyleIdx="0" presStyleCnt="1">
        <dgm:presLayoutVars>
          <dgm:bulletEnabled val="1"/>
        </dgm:presLayoutVars>
      </dgm:prSet>
      <dgm:spPr/>
    </dgm:pt>
  </dgm:ptLst>
  <dgm:cxnLst>
    <dgm:cxn modelId="{F6890A08-C98A-4622-8A64-694B5EA488F6}" srcId="{47377DF1-09FB-4C95-92A6-2B49378AF105}" destId="{B7425086-A09B-4825-8A39-FBF5F2B629C3}" srcOrd="1" destOrd="0" parTransId="{6B856B18-619F-4382-AE1E-ECC2C18388C3}" sibTransId="{4BFB2B2A-0DD4-4BB6-A741-810E6A32CC34}"/>
    <dgm:cxn modelId="{8831F00A-7C51-4DBA-A63E-B69B52412F02}" srcId="{5A947BD8-8959-41A2-B080-48424F27B2D7}" destId="{47377DF1-09FB-4C95-92A6-2B49378AF105}" srcOrd="1" destOrd="0" parTransId="{F562E7CB-C953-4855-8A6A-BF54A7FDFD5F}" sibTransId="{4168D04B-58C2-4477-98F8-2AC7DF51D1FF}"/>
    <dgm:cxn modelId="{D278E324-C329-41D1-8A27-A56F8212E825}" srcId="{5A947BD8-8959-41A2-B080-48424F27B2D7}" destId="{8BC4A784-0241-4647-B24F-CAD59F0BC2EE}" srcOrd="0" destOrd="0" parTransId="{392868B8-8FBF-41A9-A57E-05AC5EA61D56}" sibTransId="{03378DCB-81A6-4DC6-931E-03D73133B32C}"/>
    <dgm:cxn modelId="{4B0FB062-FEA6-42A8-AAF0-3FFF7858B633}" type="presOf" srcId="{8BC4A784-0241-4647-B24F-CAD59F0BC2EE}" destId="{2C8E1B6C-5C01-4D11-BCBA-D7040242FB9D}" srcOrd="0" destOrd="0" presId="urn:microsoft.com/office/officeart/2005/8/layout/vList2"/>
    <dgm:cxn modelId="{2CF99B63-B51D-4847-B093-F13AFE12B7E6}" type="presOf" srcId="{B7425086-A09B-4825-8A39-FBF5F2B629C3}" destId="{23F10E0F-F333-4DC8-A981-24D518BF3006}" srcOrd="0" destOrd="1" presId="urn:microsoft.com/office/officeart/2005/8/layout/vList2"/>
    <dgm:cxn modelId="{5F645A46-61E5-4143-A87D-C91749E8E84D}" srcId="{47377DF1-09FB-4C95-92A6-2B49378AF105}" destId="{9EE2501C-54BF-4CFB-A996-3ADE01C7F6A4}" srcOrd="0" destOrd="0" parTransId="{0B3D553C-4BB9-4779-A6A9-F0C3DCCFEC1B}" sibTransId="{1F7B15B6-B809-4E61-B71A-ABBEEC75452D}"/>
    <dgm:cxn modelId="{09BD1155-2808-4FC4-805B-BF1BD5F53925}" type="presOf" srcId="{5A947BD8-8959-41A2-B080-48424F27B2D7}" destId="{7A5E8C7C-5BDF-4816-BCCA-B58821C971D1}" srcOrd="0" destOrd="0" presId="urn:microsoft.com/office/officeart/2005/8/layout/vList2"/>
    <dgm:cxn modelId="{206DE293-D8D7-4CE5-84D6-0D09021E7E79}" type="presOf" srcId="{9EE2501C-54BF-4CFB-A996-3ADE01C7F6A4}" destId="{23F10E0F-F333-4DC8-A981-24D518BF3006}" srcOrd="0" destOrd="0" presId="urn:microsoft.com/office/officeart/2005/8/layout/vList2"/>
    <dgm:cxn modelId="{F386C5C0-97B7-4456-B3FD-2CB580E18246}" type="presOf" srcId="{47377DF1-09FB-4C95-92A6-2B49378AF105}" destId="{8E0CC827-32E6-442F-8E02-BD59DA3DE424}" srcOrd="0" destOrd="0" presId="urn:microsoft.com/office/officeart/2005/8/layout/vList2"/>
    <dgm:cxn modelId="{828A72D8-44A8-4749-B860-E7C54FFC2DB9}" type="presParOf" srcId="{7A5E8C7C-5BDF-4816-BCCA-B58821C971D1}" destId="{2C8E1B6C-5C01-4D11-BCBA-D7040242FB9D}" srcOrd="0" destOrd="0" presId="urn:microsoft.com/office/officeart/2005/8/layout/vList2"/>
    <dgm:cxn modelId="{F258FE86-3D2F-41A1-8A23-078AC6407E0E}" type="presParOf" srcId="{7A5E8C7C-5BDF-4816-BCCA-B58821C971D1}" destId="{71435C86-025F-47A4-95EC-8C6A914C5173}" srcOrd="1" destOrd="0" presId="urn:microsoft.com/office/officeart/2005/8/layout/vList2"/>
    <dgm:cxn modelId="{25BE4075-9C7E-4396-B60F-8A9C5907FA8B}" type="presParOf" srcId="{7A5E8C7C-5BDF-4816-BCCA-B58821C971D1}" destId="{8E0CC827-32E6-442F-8E02-BD59DA3DE424}" srcOrd="2" destOrd="0" presId="urn:microsoft.com/office/officeart/2005/8/layout/vList2"/>
    <dgm:cxn modelId="{7BF1FC55-1332-42DF-A155-7E72921DDFBC}" type="presParOf" srcId="{7A5E8C7C-5BDF-4816-BCCA-B58821C971D1}" destId="{23F10E0F-F333-4DC8-A981-24D518BF3006}" srcOrd="3"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F21A036-9BB6-41C5-9ADE-9B742E2FCC71}"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F4312F28-CC9C-4277-91BC-C25847C0FA4A}">
      <dgm:prSet/>
      <dgm:spPr/>
      <dgm:t>
        <a:bodyPr/>
        <a:lstStyle/>
        <a:p>
          <a:r>
            <a:rPr lang="en-US"/>
            <a:t>CRYPTOGRAPHY MODES</a:t>
          </a:r>
        </a:p>
      </dgm:t>
    </dgm:pt>
    <dgm:pt modelId="{EF5F4D66-64AE-43C6-A55A-6B1999AC6018}" type="parTrans" cxnId="{DEFEB290-A324-4B11-862B-F8D54C8D37D9}">
      <dgm:prSet/>
      <dgm:spPr/>
      <dgm:t>
        <a:bodyPr/>
        <a:lstStyle/>
        <a:p>
          <a:endParaRPr lang="en-US"/>
        </a:p>
      </dgm:t>
    </dgm:pt>
    <dgm:pt modelId="{12D16023-46E8-4D88-9017-1DC419FC4B10}" type="sibTrans" cxnId="{DEFEB290-A324-4B11-862B-F8D54C8D37D9}">
      <dgm:prSet/>
      <dgm:spPr/>
      <dgm:t>
        <a:bodyPr/>
        <a:lstStyle/>
        <a:p>
          <a:endParaRPr lang="en-US"/>
        </a:p>
      </dgm:t>
    </dgm:pt>
    <dgm:pt modelId="{B0D1FDDC-540B-4F93-9996-0FFD21B11E80}" type="pres">
      <dgm:prSet presAssocID="{8F21A036-9BB6-41C5-9ADE-9B742E2FCC71}" presName="Name0" presStyleCnt="0">
        <dgm:presLayoutVars>
          <dgm:dir/>
          <dgm:animLvl val="lvl"/>
          <dgm:resizeHandles val="exact"/>
        </dgm:presLayoutVars>
      </dgm:prSet>
      <dgm:spPr/>
    </dgm:pt>
    <dgm:pt modelId="{AEAAB2ED-BE21-48EA-AF74-34BAEB4DCCD3}" type="pres">
      <dgm:prSet presAssocID="{F4312F28-CC9C-4277-91BC-C25847C0FA4A}" presName="linNode" presStyleCnt="0"/>
      <dgm:spPr/>
    </dgm:pt>
    <dgm:pt modelId="{A320F436-E5FC-49EF-975C-E966EA3DCA46}" type="pres">
      <dgm:prSet presAssocID="{F4312F28-CC9C-4277-91BC-C25847C0FA4A}" presName="parentText" presStyleLbl="node1" presStyleIdx="0" presStyleCnt="1">
        <dgm:presLayoutVars>
          <dgm:chMax val="1"/>
          <dgm:bulletEnabled val="1"/>
        </dgm:presLayoutVars>
      </dgm:prSet>
      <dgm:spPr/>
    </dgm:pt>
  </dgm:ptLst>
  <dgm:cxnLst>
    <dgm:cxn modelId="{C7D8FB0A-EAED-4B86-8172-42A8F164EE4E}" type="presOf" srcId="{8F21A036-9BB6-41C5-9ADE-9B742E2FCC71}" destId="{B0D1FDDC-540B-4F93-9996-0FFD21B11E80}" srcOrd="0" destOrd="0" presId="urn:microsoft.com/office/officeart/2005/8/layout/vList5"/>
    <dgm:cxn modelId="{DEFEB290-A324-4B11-862B-F8D54C8D37D9}" srcId="{8F21A036-9BB6-41C5-9ADE-9B742E2FCC71}" destId="{F4312F28-CC9C-4277-91BC-C25847C0FA4A}" srcOrd="0" destOrd="0" parTransId="{EF5F4D66-64AE-43C6-A55A-6B1999AC6018}" sibTransId="{12D16023-46E8-4D88-9017-1DC419FC4B10}"/>
    <dgm:cxn modelId="{CD04189C-E667-4826-AEDB-99E78F274D35}" type="presOf" srcId="{F4312F28-CC9C-4277-91BC-C25847C0FA4A}" destId="{A320F436-E5FC-49EF-975C-E966EA3DCA46}" srcOrd="0" destOrd="0" presId="urn:microsoft.com/office/officeart/2005/8/layout/vList5"/>
    <dgm:cxn modelId="{CA6BD659-6BD5-4E6C-A395-C4A9B779F88A}" type="presParOf" srcId="{B0D1FDDC-540B-4F93-9996-0FFD21B11E80}" destId="{AEAAB2ED-BE21-48EA-AF74-34BAEB4DCCD3}" srcOrd="0" destOrd="0" presId="urn:microsoft.com/office/officeart/2005/8/layout/vList5"/>
    <dgm:cxn modelId="{5E6BC8E2-E9E8-4DBD-A9B8-EEC2EA85487E}" type="presParOf" srcId="{AEAAB2ED-BE21-48EA-AF74-34BAEB4DCCD3}" destId="{A320F436-E5FC-49EF-975C-E966EA3DCA46}"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94663B0-B565-4778-B305-7C9DB4E4C25D}"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E17FCA4D-A545-4BDC-A68D-DF0F6A0B1690}">
      <dgm:prSet phldrT="[Text]"/>
      <dgm:spPr/>
      <dgm:t>
        <a:bodyPr/>
        <a:lstStyle/>
        <a:p>
          <a:r>
            <a:rPr lang="en-US" dirty="0"/>
            <a:t>BLOCK CIPHER</a:t>
          </a:r>
        </a:p>
      </dgm:t>
    </dgm:pt>
    <dgm:pt modelId="{5B2DA91D-3CE5-4A22-85B1-B39DDE13F061}" type="parTrans" cxnId="{C23B1D08-6DE0-4D44-85D5-A2E45C4DFDA6}">
      <dgm:prSet/>
      <dgm:spPr/>
      <dgm:t>
        <a:bodyPr/>
        <a:lstStyle/>
        <a:p>
          <a:endParaRPr lang="en-US"/>
        </a:p>
      </dgm:t>
    </dgm:pt>
    <dgm:pt modelId="{B1AC5C23-7F73-4062-9E64-FE984513D891}" type="sibTrans" cxnId="{C23B1D08-6DE0-4D44-85D5-A2E45C4DFDA6}">
      <dgm:prSet/>
      <dgm:spPr/>
      <dgm:t>
        <a:bodyPr/>
        <a:lstStyle/>
        <a:p>
          <a:endParaRPr lang="en-US"/>
        </a:p>
      </dgm:t>
    </dgm:pt>
    <dgm:pt modelId="{BDA54112-417C-46DC-ACF7-277F7E74B110}">
      <dgm:prSet phldrT="[Text]"/>
      <dgm:spPr>
        <a:solidFill>
          <a:schemeClr val="accent1">
            <a:lumMod val="60000"/>
            <a:lumOff val="40000"/>
            <a:alpha val="90000"/>
          </a:schemeClr>
        </a:solidFill>
      </dgm:spPr>
      <dgm:t>
        <a:bodyPr/>
        <a:lstStyle/>
        <a:p>
          <a:r>
            <a:rPr lang="en-US" dirty="0"/>
            <a:t>ECB</a:t>
          </a:r>
        </a:p>
      </dgm:t>
    </dgm:pt>
    <dgm:pt modelId="{D02F428D-AA7D-4ACD-A8F2-A838D377C572}" type="parTrans" cxnId="{3F88568F-C73F-42DB-90E4-B18781742CE6}">
      <dgm:prSet/>
      <dgm:spPr/>
      <dgm:t>
        <a:bodyPr/>
        <a:lstStyle/>
        <a:p>
          <a:endParaRPr lang="en-US"/>
        </a:p>
      </dgm:t>
    </dgm:pt>
    <dgm:pt modelId="{263E4923-E9F9-483C-9A55-FE553551F6E4}" type="sibTrans" cxnId="{3F88568F-C73F-42DB-90E4-B18781742CE6}">
      <dgm:prSet/>
      <dgm:spPr/>
      <dgm:t>
        <a:bodyPr/>
        <a:lstStyle/>
        <a:p>
          <a:endParaRPr lang="en-US"/>
        </a:p>
      </dgm:t>
    </dgm:pt>
    <dgm:pt modelId="{73F48DA4-2090-4FEC-8F1A-0DC87BBB62C0}">
      <dgm:prSet phldrT="[Text]"/>
      <dgm:spPr>
        <a:solidFill>
          <a:schemeClr val="accent1">
            <a:lumMod val="60000"/>
            <a:lumOff val="40000"/>
            <a:alpha val="90000"/>
          </a:schemeClr>
        </a:solidFill>
      </dgm:spPr>
      <dgm:t>
        <a:bodyPr/>
        <a:lstStyle/>
        <a:p>
          <a:r>
            <a:rPr lang="en-US" dirty="0"/>
            <a:t>CBC</a:t>
          </a:r>
        </a:p>
      </dgm:t>
    </dgm:pt>
    <dgm:pt modelId="{E64D0818-BB80-4173-B3C9-7E24CA547C9B}" type="parTrans" cxnId="{53FA4222-E561-4ECE-A04D-694DA3800645}">
      <dgm:prSet/>
      <dgm:spPr/>
      <dgm:t>
        <a:bodyPr/>
        <a:lstStyle/>
        <a:p>
          <a:endParaRPr lang="en-US"/>
        </a:p>
      </dgm:t>
    </dgm:pt>
    <dgm:pt modelId="{C7BBE3ED-AC4E-4EFE-BA60-376E012B0B82}" type="sibTrans" cxnId="{53FA4222-E561-4ECE-A04D-694DA3800645}">
      <dgm:prSet/>
      <dgm:spPr/>
      <dgm:t>
        <a:bodyPr/>
        <a:lstStyle/>
        <a:p>
          <a:endParaRPr lang="en-US"/>
        </a:p>
      </dgm:t>
    </dgm:pt>
    <dgm:pt modelId="{828F7996-4836-429F-A8E1-9E10414C16AD}">
      <dgm:prSet phldrT="[Text]"/>
      <dgm:spPr/>
      <dgm:t>
        <a:bodyPr/>
        <a:lstStyle/>
        <a:p>
          <a:r>
            <a:rPr lang="en-US" dirty="0"/>
            <a:t>STREAM CIPHER</a:t>
          </a:r>
        </a:p>
      </dgm:t>
    </dgm:pt>
    <dgm:pt modelId="{3615776B-F95B-4EBD-9FA0-80EC013714F9}" type="parTrans" cxnId="{F43C7896-C7A1-416A-9DA0-76832CB2A21F}">
      <dgm:prSet/>
      <dgm:spPr/>
      <dgm:t>
        <a:bodyPr/>
        <a:lstStyle/>
        <a:p>
          <a:endParaRPr lang="en-US"/>
        </a:p>
      </dgm:t>
    </dgm:pt>
    <dgm:pt modelId="{73036296-DF8B-4253-B58B-AD5C8F16AA82}" type="sibTrans" cxnId="{F43C7896-C7A1-416A-9DA0-76832CB2A21F}">
      <dgm:prSet/>
      <dgm:spPr/>
      <dgm:t>
        <a:bodyPr/>
        <a:lstStyle/>
        <a:p>
          <a:endParaRPr lang="en-US"/>
        </a:p>
      </dgm:t>
    </dgm:pt>
    <dgm:pt modelId="{9E2807C9-B651-4259-90AC-2C8F6AECFAA0}" type="pres">
      <dgm:prSet presAssocID="{694663B0-B565-4778-B305-7C9DB4E4C25D}" presName="diagram" presStyleCnt="0">
        <dgm:presLayoutVars>
          <dgm:chPref val="1"/>
          <dgm:dir/>
          <dgm:animOne val="branch"/>
          <dgm:animLvl val="lvl"/>
          <dgm:resizeHandles/>
        </dgm:presLayoutVars>
      </dgm:prSet>
      <dgm:spPr/>
    </dgm:pt>
    <dgm:pt modelId="{85F08828-7E9F-4BC4-9DD6-7CF5E40E38D5}" type="pres">
      <dgm:prSet presAssocID="{E17FCA4D-A545-4BDC-A68D-DF0F6A0B1690}" presName="root" presStyleCnt="0"/>
      <dgm:spPr/>
    </dgm:pt>
    <dgm:pt modelId="{CF17EFC4-7F25-4562-9054-10CDD97FDBB5}" type="pres">
      <dgm:prSet presAssocID="{E17FCA4D-A545-4BDC-A68D-DF0F6A0B1690}" presName="rootComposite" presStyleCnt="0"/>
      <dgm:spPr/>
    </dgm:pt>
    <dgm:pt modelId="{C7F9A5C9-381E-422C-AC16-DAB9962C9194}" type="pres">
      <dgm:prSet presAssocID="{E17FCA4D-A545-4BDC-A68D-DF0F6A0B1690}" presName="rootText" presStyleLbl="node1" presStyleIdx="0" presStyleCnt="2"/>
      <dgm:spPr/>
    </dgm:pt>
    <dgm:pt modelId="{65772FC8-22D7-4BDE-B4AF-6E7B56607D50}" type="pres">
      <dgm:prSet presAssocID="{E17FCA4D-A545-4BDC-A68D-DF0F6A0B1690}" presName="rootConnector" presStyleLbl="node1" presStyleIdx="0" presStyleCnt="2"/>
      <dgm:spPr/>
    </dgm:pt>
    <dgm:pt modelId="{B3A53BB7-FF3E-46F9-A880-FB08D0767B14}" type="pres">
      <dgm:prSet presAssocID="{E17FCA4D-A545-4BDC-A68D-DF0F6A0B1690}" presName="childShape" presStyleCnt="0"/>
      <dgm:spPr/>
    </dgm:pt>
    <dgm:pt modelId="{AFC89051-2A70-4309-AE88-CB811290B45F}" type="pres">
      <dgm:prSet presAssocID="{D02F428D-AA7D-4ACD-A8F2-A838D377C572}" presName="Name13" presStyleLbl="parChTrans1D2" presStyleIdx="0" presStyleCnt="2"/>
      <dgm:spPr/>
    </dgm:pt>
    <dgm:pt modelId="{9889A3E3-77ED-4AAC-A039-C02F38C8641F}" type="pres">
      <dgm:prSet presAssocID="{BDA54112-417C-46DC-ACF7-277F7E74B110}" presName="childText" presStyleLbl="bgAcc1" presStyleIdx="0" presStyleCnt="2" custLinFactNeighborY="3943">
        <dgm:presLayoutVars>
          <dgm:bulletEnabled val="1"/>
        </dgm:presLayoutVars>
      </dgm:prSet>
      <dgm:spPr/>
    </dgm:pt>
    <dgm:pt modelId="{F2915C5B-0F10-42A4-BC29-4DFBE8ED1575}" type="pres">
      <dgm:prSet presAssocID="{E64D0818-BB80-4173-B3C9-7E24CA547C9B}" presName="Name13" presStyleLbl="parChTrans1D2" presStyleIdx="1" presStyleCnt="2"/>
      <dgm:spPr/>
    </dgm:pt>
    <dgm:pt modelId="{E83DC588-AD38-4041-AD9F-F3A3F6045326}" type="pres">
      <dgm:prSet presAssocID="{73F48DA4-2090-4FEC-8F1A-0DC87BBB62C0}" presName="childText" presStyleLbl="bgAcc1" presStyleIdx="1" presStyleCnt="2">
        <dgm:presLayoutVars>
          <dgm:bulletEnabled val="1"/>
        </dgm:presLayoutVars>
      </dgm:prSet>
      <dgm:spPr/>
    </dgm:pt>
    <dgm:pt modelId="{B3477C9E-45A5-47F2-A15E-B93E9AA165ED}" type="pres">
      <dgm:prSet presAssocID="{828F7996-4836-429F-A8E1-9E10414C16AD}" presName="root" presStyleCnt="0"/>
      <dgm:spPr/>
    </dgm:pt>
    <dgm:pt modelId="{6305B6D8-49EE-4DA7-A972-E5B6C9E9F4B5}" type="pres">
      <dgm:prSet presAssocID="{828F7996-4836-429F-A8E1-9E10414C16AD}" presName="rootComposite" presStyleCnt="0"/>
      <dgm:spPr/>
    </dgm:pt>
    <dgm:pt modelId="{F6875CCF-FC33-4BBC-9F14-5B0699848080}" type="pres">
      <dgm:prSet presAssocID="{828F7996-4836-429F-A8E1-9E10414C16AD}" presName="rootText" presStyleLbl="node1" presStyleIdx="1" presStyleCnt="2"/>
      <dgm:spPr/>
    </dgm:pt>
    <dgm:pt modelId="{E5615610-5C51-4A1C-8BCA-15B4FD1D667A}" type="pres">
      <dgm:prSet presAssocID="{828F7996-4836-429F-A8E1-9E10414C16AD}" presName="rootConnector" presStyleLbl="node1" presStyleIdx="1" presStyleCnt="2"/>
      <dgm:spPr/>
    </dgm:pt>
    <dgm:pt modelId="{8F35C515-67C2-42E0-A58F-99DC7D74AF60}" type="pres">
      <dgm:prSet presAssocID="{828F7996-4836-429F-A8E1-9E10414C16AD}" presName="childShape" presStyleCnt="0"/>
      <dgm:spPr/>
    </dgm:pt>
  </dgm:ptLst>
  <dgm:cxnLst>
    <dgm:cxn modelId="{4080C102-6C20-46DB-868A-91AE90F70E22}" type="presOf" srcId="{E64D0818-BB80-4173-B3C9-7E24CA547C9B}" destId="{F2915C5B-0F10-42A4-BC29-4DFBE8ED1575}" srcOrd="0" destOrd="0" presId="urn:microsoft.com/office/officeart/2005/8/layout/hierarchy3"/>
    <dgm:cxn modelId="{0BD9FA03-9A4E-469A-AD75-9BA5181A8583}" type="presOf" srcId="{694663B0-B565-4778-B305-7C9DB4E4C25D}" destId="{9E2807C9-B651-4259-90AC-2C8F6AECFAA0}" srcOrd="0" destOrd="0" presId="urn:microsoft.com/office/officeart/2005/8/layout/hierarchy3"/>
    <dgm:cxn modelId="{C23B1D08-6DE0-4D44-85D5-A2E45C4DFDA6}" srcId="{694663B0-B565-4778-B305-7C9DB4E4C25D}" destId="{E17FCA4D-A545-4BDC-A68D-DF0F6A0B1690}" srcOrd="0" destOrd="0" parTransId="{5B2DA91D-3CE5-4A22-85B1-B39DDE13F061}" sibTransId="{B1AC5C23-7F73-4062-9E64-FE984513D891}"/>
    <dgm:cxn modelId="{3E259D0D-71C8-4F5C-A6A5-5AC26ADD5F27}" type="presOf" srcId="{D02F428D-AA7D-4ACD-A8F2-A838D377C572}" destId="{AFC89051-2A70-4309-AE88-CB811290B45F}" srcOrd="0" destOrd="0" presId="urn:microsoft.com/office/officeart/2005/8/layout/hierarchy3"/>
    <dgm:cxn modelId="{53FA4222-E561-4ECE-A04D-694DA3800645}" srcId="{E17FCA4D-A545-4BDC-A68D-DF0F6A0B1690}" destId="{73F48DA4-2090-4FEC-8F1A-0DC87BBB62C0}" srcOrd="1" destOrd="0" parTransId="{E64D0818-BB80-4173-B3C9-7E24CA547C9B}" sibTransId="{C7BBE3ED-AC4E-4EFE-BA60-376E012B0B82}"/>
    <dgm:cxn modelId="{68BB4444-D414-4406-AB51-B5F83C52ED70}" type="presOf" srcId="{E17FCA4D-A545-4BDC-A68D-DF0F6A0B1690}" destId="{C7F9A5C9-381E-422C-AC16-DAB9962C9194}" srcOrd="0" destOrd="0" presId="urn:microsoft.com/office/officeart/2005/8/layout/hierarchy3"/>
    <dgm:cxn modelId="{097A9646-2CCE-4266-A660-6170A649B9FB}" type="presOf" srcId="{828F7996-4836-429F-A8E1-9E10414C16AD}" destId="{E5615610-5C51-4A1C-8BCA-15B4FD1D667A}" srcOrd="1" destOrd="0" presId="urn:microsoft.com/office/officeart/2005/8/layout/hierarchy3"/>
    <dgm:cxn modelId="{4E7F6E4D-F54C-47E8-92A5-C7AA810AB7FB}" type="presOf" srcId="{73F48DA4-2090-4FEC-8F1A-0DC87BBB62C0}" destId="{E83DC588-AD38-4041-AD9F-F3A3F6045326}" srcOrd="0" destOrd="0" presId="urn:microsoft.com/office/officeart/2005/8/layout/hierarchy3"/>
    <dgm:cxn modelId="{2CE6356E-786C-4315-86A5-DE0E26250A04}" type="presOf" srcId="{BDA54112-417C-46DC-ACF7-277F7E74B110}" destId="{9889A3E3-77ED-4AAC-A039-C02F38C8641F}" srcOrd="0" destOrd="0" presId="urn:microsoft.com/office/officeart/2005/8/layout/hierarchy3"/>
    <dgm:cxn modelId="{3F88568F-C73F-42DB-90E4-B18781742CE6}" srcId="{E17FCA4D-A545-4BDC-A68D-DF0F6A0B1690}" destId="{BDA54112-417C-46DC-ACF7-277F7E74B110}" srcOrd="0" destOrd="0" parTransId="{D02F428D-AA7D-4ACD-A8F2-A838D377C572}" sibTransId="{263E4923-E9F9-483C-9A55-FE553551F6E4}"/>
    <dgm:cxn modelId="{F43C7896-C7A1-416A-9DA0-76832CB2A21F}" srcId="{694663B0-B565-4778-B305-7C9DB4E4C25D}" destId="{828F7996-4836-429F-A8E1-9E10414C16AD}" srcOrd="1" destOrd="0" parTransId="{3615776B-F95B-4EBD-9FA0-80EC013714F9}" sibTransId="{73036296-DF8B-4253-B58B-AD5C8F16AA82}"/>
    <dgm:cxn modelId="{D012EEBE-54E0-4050-BC32-332EE2EC7027}" type="presOf" srcId="{828F7996-4836-429F-A8E1-9E10414C16AD}" destId="{F6875CCF-FC33-4BBC-9F14-5B0699848080}" srcOrd="0" destOrd="0" presId="urn:microsoft.com/office/officeart/2005/8/layout/hierarchy3"/>
    <dgm:cxn modelId="{6996ABD7-63EF-4B45-B608-3ABE051B279E}" type="presOf" srcId="{E17FCA4D-A545-4BDC-A68D-DF0F6A0B1690}" destId="{65772FC8-22D7-4BDE-B4AF-6E7B56607D50}" srcOrd="1" destOrd="0" presId="urn:microsoft.com/office/officeart/2005/8/layout/hierarchy3"/>
    <dgm:cxn modelId="{3EF00B72-4723-421B-A862-3566818D5C85}" type="presParOf" srcId="{9E2807C9-B651-4259-90AC-2C8F6AECFAA0}" destId="{85F08828-7E9F-4BC4-9DD6-7CF5E40E38D5}" srcOrd="0" destOrd="0" presId="urn:microsoft.com/office/officeart/2005/8/layout/hierarchy3"/>
    <dgm:cxn modelId="{7C4B018C-DA1D-474D-A1B0-ADCBD14E71E0}" type="presParOf" srcId="{85F08828-7E9F-4BC4-9DD6-7CF5E40E38D5}" destId="{CF17EFC4-7F25-4562-9054-10CDD97FDBB5}" srcOrd="0" destOrd="0" presId="urn:microsoft.com/office/officeart/2005/8/layout/hierarchy3"/>
    <dgm:cxn modelId="{DC06C65E-4BA8-4044-A4FE-A902BA2C976F}" type="presParOf" srcId="{CF17EFC4-7F25-4562-9054-10CDD97FDBB5}" destId="{C7F9A5C9-381E-422C-AC16-DAB9962C9194}" srcOrd="0" destOrd="0" presId="urn:microsoft.com/office/officeart/2005/8/layout/hierarchy3"/>
    <dgm:cxn modelId="{95EDBC3C-0909-4F27-9F18-379170DA4D9E}" type="presParOf" srcId="{CF17EFC4-7F25-4562-9054-10CDD97FDBB5}" destId="{65772FC8-22D7-4BDE-B4AF-6E7B56607D50}" srcOrd="1" destOrd="0" presId="urn:microsoft.com/office/officeart/2005/8/layout/hierarchy3"/>
    <dgm:cxn modelId="{9366C1BD-E237-476F-BE83-AEDF39C3C289}" type="presParOf" srcId="{85F08828-7E9F-4BC4-9DD6-7CF5E40E38D5}" destId="{B3A53BB7-FF3E-46F9-A880-FB08D0767B14}" srcOrd="1" destOrd="0" presId="urn:microsoft.com/office/officeart/2005/8/layout/hierarchy3"/>
    <dgm:cxn modelId="{3FF581AF-8B30-4EE6-AC03-640B8ADEED1C}" type="presParOf" srcId="{B3A53BB7-FF3E-46F9-A880-FB08D0767B14}" destId="{AFC89051-2A70-4309-AE88-CB811290B45F}" srcOrd="0" destOrd="0" presId="urn:microsoft.com/office/officeart/2005/8/layout/hierarchy3"/>
    <dgm:cxn modelId="{0D821BD0-6F5C-4F63-9396-C87C8107257D}" type="presParOf" srcId="{B3A53BB7-FF3E-46F9-A880-FB08D0767B14}" destId="{9889A3E3-77ED-4AAC-A039-C02F38C8641F}" srcOrd="1" destOrd="0" presId="urn:microsoft.com/office/officeart/2005/8/layout/hierarchy3"/>
    <dgm:cxn modelId="{1D61A847-4E5C-4379-8109-EB4B1E3704DD}" type="presParOf" srcId="{B3A53BB7-FF3E-46F9-A880-FB08D0767B14}" destId="{F2915C5B-0F10-42A4-BC29-4DFBE8ED1575}" srcOrd="2" destOrd="0" presId="urn:microsoft.com/office/officeart/2005/8/layout/hierarchy3"/>
    <dgm:cxn modelId="{D0105EB2-CD8E-4E0F-BA2E-134A3E112D01}" type="presParOf" srcId="{B3A53BB7-FF3E-46F9-A880-FB08D0767B14}" destId="{E83DC588-AD38-4041-AD9F-F3A3F6045326}" srcOrd="3" destOrd="0" presId="urn:microsoft.com/office/officeart/2005/8/layout/hierarchy3"/>
    <dgm:cxn modelId="{12129039-D313-4E23-BC7D-A0CD23AED606}" type="presParOf" srcId="{9E2807C9-B651-4259-90AC-2C8F6AECFAA0}" destId="{B3477C9E-45A5-47F2-A15E-B93E9AA165ED}" srcOrd="1" destOrd="0" presId="urn:microsoft.com/office/officeart/2005/8/layout/hierarchy3"/>
    <dgm:cxn modelId="{8086E394-B761-4479-804E-B3548368FF60}" type="presParOf" srcId="{B3477C9E-45A5-47F2-A15E-B93E9AA165ED}" destId="{6305B6D8-49EE-4DA7-A972-E5B6C9E9F4B5}" srcOrd="0" destOrd="0" presId="urn:microsoft.com/office/officeart/2005/8/layout/hierarchy3"/>
    <dgm:cxn modelId="{AD5C09C4-BE9B-4EC5-B725-C6BFA3C2D15C}" type="presParOf" srcId="{6305B6D8-49EE-4DA7-A972-E5B6C9E9F4B5}" destId="{F6875CCF-FC33-4BBC-9F14-5B0699848080}" srcOrd="0" destOrd="0" presId="urn:microsoft.com/office/officeart/2005/8/layout/hierarchy3"/>
    <dgm:cxn modelId="{762F16F3-8917-4BB8-9AA0-9996D2E7B14C}" type="presParOf" srcId="{6305B6D8-49EE-4DA7-A972-E5B6C9E9F4B5}" destId="{E5615610-5C51-4A1C-8BCA-15B4FD1D667A}" srcOrd="1" destOrd="0" presId="urn:microsoft.com/office/officeart/2005/8/layout/hierarchy3"/>
    <dgm:cxn modelId="{8652081D-3204-43F4-877B-10B1619DC296}" type="presParOf" srcId="{B3477C9E-45A5-47F2-A15E-B93E9AA165ED}" destId="{8F35C515-67C2-42E0-A58F-99DC7D74AF60}" srcOrd="1" destOrd="0" presId="urn:microsoft.com/office/officeart/2005/8/layout/hierarchy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8722A79-E248-4727-AC63-6E794ED4D4DA}"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63616CB7-CBDC-4F4D-A9A0-537D8A27ECCB}">
      <dgm:prSet/>
      <dgm:spPr/>
      <dgm:t>
        <a:bodyPr/>
        <a:lstStyle/>
        <a:p>
          <a:r>
            <a:rPr lang="en-US" dirty="0"/>
            <a:t>ECB</a:t>
          </a:r>
        </a:p>
      </dgm:t>
    </dgm:pt>
    <dgm:pt modelId="{8AF39AEC-4C96-4A78-9E46-80388CB77D34}" type="parTrans" cxnId="{1B4805C6-34C4-4171-B7A3-93D42A47436D}">
      <dgm:prSet/>
      <dgm:spPr/>
      <dgm:t>
        <a:bodyPr/>
        <a:lstStyle/>
        <a:p>
          <a:endParaRPr lang="en-US"/>
        </a:p>
      </dgm:t>
    </dgm:pt>
    <dgm:pt modelId="{47FB3C13-C978-43EA-9538-2B320E73341E}" type="sibTrans" cxnId="{1B4805C6-34C4-4171-B7A3-93D42A47436D}">
      <dgm:prSet/>
      <dgm:spPr/>
      <dgm:t>
        <a:bodyPr/>
        <a:lstStyle/>
        <a:p>
          <a:endParaRPr lang="en-US"/>
        </a:p>
      </dgm:t>
    </dgm:pt>
    <dgm:pt modelId="{764C1E72-4E42-4126-9FCA-F501D4852042}" type="pres">
      <dgm:prSet presAssocID="{68722A79-E248-4727-AC63-6E794ED4D4DA}" presName="Name0" presStyleCnt="0">
        <dgm:presLayoutVars>
          <dgm:dir/>
          <dgm:animLvl val="lvl"/>
          <dgm:resizeHandles val="exact"/>
        </dgm:presLayoutVars>
      </dgm:prSet>
      <dgm:spPr/>
    </dgm:pt>
    <dgm:pt modelId="{E6A19AAD-5F89-413F-9E78-689C43BFABDD}" type="pres">
      <dgm:prSet presAssocID="{63616CB7-CBDC-4F4D-A9A0-537D8A27ECCB}" presName="linNode" presStyleCnt="0"/>
      <dgm:spPr/>
    </dgm:pt>
    <dgm:pt modelId="{4692DB44-C936-42D9-98A2-868233A01F64}" type="pres">
      <dgm:prSet presAssocID="{63616CB7-CBDC-4F4D-A9A0-537D8A27ECCB}" presName="parentText" presStyleLbl="node1" presStyleIdx="0" presStyleCnt="1" custLinFactNeighborX="0" custLinFactNeighborY="3349">
        <dgm:presLayoutVars>
          <dgm:chMax val="1"/>
          <dgm:bulletEnabled val="1"/>
        </dgm:presLayoutVars>
      </dgm:prSet>
      <dgm:spPr/>
    </dgm:pt>
  </dgm:ptLst>
  <dgm:cxnLst>
    <dgm:cxn modelId="{41AFFCB4-D1D8-4205-9D8C-779D1A962AF6}" type="presOf" srcId="{68722A79-E248-4727-AC63-6E794ED4D4DA}" destId="{764C1E72-4E42-4126-9FCA-F501D4852042}" srcOrd="0" destOrd="0" presId="urn:microsoft.com/office/officeart/2005/8/layout/vList5"/>
    <dgm:cxn modelId="{1B4805C6-34C4-4171-B7A3-93D42A47436D}" srcId="{68722A79-E248-4727-AC63-6E794ED4D4DA}" destId="{63616CB7-CBDC-4F4D-A9A0-537D8A27ECCB}" srcOrd="0" destOrd="0" parTransId="{8AF39AEC-4C96-4A78-9E46-80388CB77D34}" sibTransId="{47FB3C13-C978-43EA-9538-2B320E73341E}"/>
    <dgm:cxn modelId="{61CF2DC8-6028-4EF6-92D3-E699C49B39B3}" type="presOf" srcId="{63616CB7-CBDC-4F4D-A9A0-537D8A27ECCB}" destId="{4692DB44-C936-42D9-98A2-868233A01F64}" srcOrd="0" destOrd="0" presId="urn:microsoft.com/office/officeart/2005/8/layout/vList5"/>
    <dgm:cxn modelId="{9DF3CECF-0F6B-4703-8B3C-965640AD8EB8}" type="presParOf" srcId="{764C1E72-4E42-4126-9FCA-F501D4852042}" destId="{E6A19AAD-5F89-413F-9E78-689C43BFABDD}" srcOrd="0" destOrd="0" presId="urn:microsoft.com/office/officeart/2005/8/layout/vList5"/>
    <dgm:cxn modelId="{48AE4306-738B-4E53-B470-8AE9B7F153CE}" type="presParOf" srcId="{E6A19AAD-5F89-413F-9E78-689C43BFABDD}" destId="{4692DB44-C936-42D9-98A2-868233A01F64}"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8722A79-E248-4727-AC63-6E794ED4D4D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63616CB7-CBDC-4F4D-A9A0-537D8A27ECCB}">
      <dgm:prSet/>
      <dgm:spPr/>
      <dgm:t>
        <a:bodyPr/>
        <a:lstStyle/>
        <a:p>
          <a:r>
            <a:rPr lang="en-US" dirty="0"/>
            <a:t>CBC</a:t>
          </a:r>
        </a:p>
      </dgm:t>
    </dgm:pt>
    <dgm:pt modelId="{8AF39AEC-4C96-4A78-9E46-80388CB77D34}" type="parTrans" cxnId="{1B4805C6-34C4-4171-B7A3-93D42A47436D}">
      <dgm:prSet/>
      <dgm:spPr/>
      <dgm:t>
        <a:bodyPr/>
        <a:lstStyle/>
        <a:p>
          <a:endParaRPr lang="en-US"/>
        </a:p>
      </dgm:t>
    </dgm:pt>
    <dgm:pt modelId="{47FB3C13-C978-43EA-9538-2B320E73341E}" type="sibTrans" cxnId="{1B4805C6-34C4-4171-B7A3-93D42A47436D}">
      <dgm:prSet/>
      <dgm:spPr/>
      <dgm:t>
        <a:bodyPr/>
        <a:lstStyle/>
        <a:p>
          <a:endParaRPr lang="en-US"/>
        </a:p>
      </dgm:t>
    </dgm:pt>
    <dgm:pt modelId="{764C1E72-4E42-4126-9FCA-F501D4852042}" type="pres">
      <dgm:prSet presAssocID="{68722A79-E248-4727-AC63-6E794ED4D4DA}" presName="Name0" presStyleCnt="0">
        <dgm:presLayoutVars>
          <dgm:dir/>
          <dgm:animLvl val="lvl"/>
          <dgm:resizeHandles val="exact"/>
        </dgm:presLayoutVars>
      </dgm:prSet>
      <dgm:spPr/>
    </dgm:pt>
    <dgm:pt modelId="{E6A19AAD-5F89-413F-9E78-689C43BFABDD}" type="pres">
      <dgm:prSet presAssocID="{63616CB7-CBDC-4F4D-A9A0-537D8A27ECCB}" presName="linNode" presStyleCnt="0"/>
      <dgm:spPr/>
    </dgm:pt>
    <dgm:pt modelId="{4692DB44-C936-42D9-98A2-868233A01F64}" type="pres">
      <dgm:prSet presAssocID="{63616CB7-CBDC-4F4D-A9A0-537D8A27ECCB}" presName="parentText" presStyleLbl="node1" presStyleIdx="0" presStyleCnt="1">
        <dgm:presLayoutVars>
          <dgm:chMax val="1"/>
          <dgm:bulletEnabled val="1"/>
        </dgm:presLayoutVars>
      </dgm:prSet>
      <dgm:spPr/>
    </dgm:pt>
  </dgm:ptLst>
  <dgm:cxnLst>
    <dgm:cxn modelId="{41AFFCB4-D1D8-4205-9D8C-779D1A962AF6}" type="presOf" srcId="{68722A79-E248-4727-AC63-6E794ED4D4DA}" destId="{764C1E72-4E42-4126-9FCA-F501D4852042}" srcOrd="0" destOrd="0" presId="urn:microsoft.com/office/officeart/2005/8/layout/vList5"/>
    <dgm:cxn modelId="{1B4805C6-34C4-4171-B7A3-93D42A47436D}" srcId="{68722A79-E248-4727-AC63-6E794ED4D4DA}" destId="{63616CB7-CBDC-4F4D-A9A0-537D8A27ECCB}" srcOrd="0" destOrd="0" parTransId="{8AF39AEC-4C96-4A78-9E46-80388CB77D34}" sibTransId="{47FB3C13-C978-43EA-9538-2B320E73341E}"/>
    <dgm:cxn modelId="{61CF2DC8-6028-4EF6-92D3-E699C49B39B3}" type="presOf" srcId="{63616CB7-CBDC-4F4D-A9A0-537D8A27ECCB}" destId="{4692DB44-C936-42D9-98A2-868233A01F64}" srcOrd="0" destOrd="0" presId="urn:microsoft.com/office/officeart/2005/8/layout/vList5"/>
    <dgm:cxn modelId="{9DF3CECF-0F6B-4703-8B3C-965640AD8EB8}" type="presParOf" srcId="{764C1E72-4E42-4126-9FCA-F501D4852042}" destId="{E6A19AAD-5F89-413F-9E78-689C43BFABDD}" srcOrd="0" destOrd="0" presId="urn:microsoft.com/office/officeart/2005/8/layout/vList5"/>
    <dgm:cxn modelId="{48AE4306-738B-4E53-B470-8AE9B7F153CE}" type="presParOf" srcId="{E6A19AAD-5F89-413F-9E78-689C43BFABDD}" destId="{4692DB44-C936-42D9-98A2-868233A01F64}"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C8EFE83-E0DA-41EA-B4F3-032E1753324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D29DD0F-4D26-4005-AAAA-A7F78F41A77C}">
      <dgm:prSet/>
      <dgm:spPr/>
      <dgm:t>
        <a:bodyPr/>
        <a:lstStyle/>
        <a:p>
          <a:r>
            <a:rPr lang="en-US" b="1" dirty="0"/>
            <a:t>Padding schemes for block ciphers</a:t>
          </a:r>
          <a:br>
            <a:rPr lang="en-US" b="1" dirty="0"/>
          </a:br>
          <a:endParaRPr lang="en-US" dirty="0"/>
        </a:p>
      </dgm:t>
    </dgm:pt>
    <dgm:pt modelId="{DC01035A-A92C-42D3-AB9F-06D9C235CD02}" type="parTrans" cxnId="{EC0B7F9F-5A37-4CCB-AAD0-A95420D86777}">
      <dgm:prSet/>
      <dgm:spPr/>
      <dgm:t>
        <a:bodyPr/>
        <a:lstStyle/>
        <a:p>
          <a:endParaRPr lang="en-US"/>
        </a:p>
      </dgm:t>
    </dgm:pt>
    <dgm:pt modelId="{A5CE15BC-0851-455F-8ACB-E9CF33660B9A}" type="sibTrans" cxnId="{EC0B7F9F-5A37-4CCB-AAD0-A95420D86777}">
      <dgm:prSet/>
      <dgm:spPr/>
      <dgm:t>
        <a:bodyPr/>
        <a:lstStyle/>
        <a:p>
          <a:endParaRPr lang="en-US"/>
        </a:p>
      </dgm:t>
    </dgm:pt>
    <dgm:pt modelId="{CBE6414A-4F11-4831-85E2-4D74B285B866}" type="pres">
      <dgm:prSet presAssocID="{EC8EFE83-E0DA-41EA-B4F3-032E1753324E}" presName="Name0" presStyleCnt="0">
        <dgm:presLayoutVars>
          <dgm:dir/>
          <dgm:animLvl val="lvl"/>
          <dgm:resizeHandles val="exact"/>
        </dgm:presLayoutVars>
      </dgm:prSet>
      <dgm:spPr/>
    </dgm:pt>
    <dgm:pt modelId="{BD75A98F-647C-4EBE-A8E6-B9CE5B82EF93}" type="pres">
      <dgm:prSet presAssocID="{2D29DD0F-4D26-4005-AAAA-A7F78F41A77C}" presName="linNode" presStyleCnt="0"/>
      <dgm:spPr/>
    </dgm:pt>
    <dgm:pt modelId="{A3E7D422-2DC4-492B-97D3-18B020603799}" type="pres">
      <dgm:prSet presAssocID="{2D29DD0F-4D26-4005-AAAA-A7F78F41A77C}" presName="parentText" presStyleLbl="node1" presStyleIdx="0" presStyleCnt="1" custScaleX="108969" custScaleY="100000">
        <dgm:presLayoutVars>
          <dgm:chMax val="1"/>
          <dgm:bulletEnabled val="1"/>
        </dgm:presLayoutVars>
      </dgm:prSet>
      <dgm:spPr/>
    </dgm:pt>
  </dgm:ptLst>
  <dgm:cxnLst>
    <dgm:cxn modelId="{EC0B7F9F-5A37-4CCB-AAD0-A95420D86777}" srcId="{EC8EFE83-E0DA-41EA-B4F3-032E1753324E}" destId="{2D29DD0F-4D26-4005-AAAA-A7F78F41A77C}" srcOrd="0" destOrd="0" parTransId="{DC01035A-A92C-42D3-AB9F-06D9C235CD02}" sibTransId="{A5CE15BC-0851-455F-8ACB-E9CF33660B9A}"/>
    <dgm:cxn modelId="{1B84D5BD-B27E-4337-BE94-4CA72D6BA26F}" type="presOf" srcId="{EC8EFE83-E0DA-41EA-B4F3-032E1753324E}" destId="{CBE6414A-4F11-4831-85E2-4D74B285B866}" srcOrd="0" destOrd="0" presId="urn:microsoft.com/office/officeart/2005/8/layout/vList5"/>
    <dgm:cxn modelId="{4693CEC8-69E4-4ADE-8E10-19A2802DAD91}" type="presOf" srcId="{2D29DD0F-4D26-4005-AAAA-A7F78F41A77C}" destId="{A3E7D422-2DC4-492B-97D3-18B020603799}" srcOrd="0" destOrd="0" presId="urn:microsoft.com/office/officeart/2005/8/layout/vList5"/>
    <dgm:cxn modelId="{BFCD9CA6-2393-4A89-82AA-44CA25DCEFF8}" type="presParOf" srcId="{CBE6414A-4F11-4831-85E2-4D74B285B866}" destId="{BD75A98F-647C-4EBE-A8E6-B9CE5B82EF93}" srcOrd="0" destOrd="0" presId="urn:microsoft.com/office/officeart/2005/8/layout/vList5"/>
    <dgm:cxn modelId="{AAF16405-993A-443E-902A-BC3BE949DCD7}" type="presParOf" srcId="{BD75A98F-647C-4EBE-A8E6-B9CE5B82EF93}" destId="{A3E7D422-2DC4-492B-97D3-18B020603799}"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6D1AEBAB-DF39-41EE-8966-7DFA3562656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D837053-2B47-4D6D-94DC-A9EEABD80C42}">
      <dgm:prSet/>
      <dgm:spPr/>
      <dgm:t>
        <a:bodyPr/>
        <a:lstStyle/>
        <a:p>
          <a:r>
            <a:rPr lang="en-US"/>
            <a:t>To perform encryption with a block cipher in ECB or CBC mode the length of the input to be encrypted </a:t>
          </a:r>
          <a:r>
            <a:rPr lang="en-US" i="1"/>
            <a:t>must</a:t>
          </a:r>
          <a:r>
            <a:rPr lang="en-US"/>
            <a:t> be an exact multiple of the block length B in bytes.</a:t>
          </a:r>
        </a:p>
      </dgm:t>
    </dgm:pt>
    <dgm:pt modelId="{2E13A645-52D2-4443-AA14-CAE7542A4EF0}" type="parTrans" cxnId="{0C948CB8-C069-486F-AA05-3101F57AB94F}">
      <dgm:prSet/>
      <dgm:spPr/>
      <dgm:t>
        <a:bodyPr/>
        <a:lstStyle/>
        <a:p>
          <a:endParaRPr lang="en-US"/>
        </a:p>
      </dgm:t>
    </dgm:pt>
    <dgm:pt modelId="{A9CBF968-C72E-4407-9917-F4C645EB39A9}" type="sibTrans" cxnId="{0C948CB8-C069-486F-AA05-3101F57AB94F}">
      <dgm:prSet/>
      <dgm:spPr/>
      <dgm:t>
        <a:bodyPr/>
        <a:lstStyle/>
        <a:p>
          <a:endParaRPr lang="en-US"/>
        </a:p>
      </dgm:t>
    </dgm:pt>
    <dgm:pt modelId="{DF99437E-619C-4BA7-97DA-DA4F7560CFDE}">
      <dgm:prSet/>
      <dgm:spPr/>
      <dgm:t>
        <a:bodyPr/>
        <a:lstStyle/>
        <a:p>
          <a:r>
            <a:rPr lang="en-US"/>
            <a:t>For Triple DES the block length B is 8 bytes (64 bits) and for all AES variants it is 16 bytes (128 bits). </a:t>
          </a:r>
        </a:p>
      </dgm:t>
    </dgm:pt>
    <dgm:pt modelId="{7D3AC085-9025-4135-8A64-C72EC4FB2B4F}" type="parTrans" cxnId="{2B588C53-04D2-4A9F-8D77-EDD93C9DF8EA}">
      <dgm:prSet/>
      <dgm:spPr/>
      <dgm:t>
        <a:bodyPr/>
        <a:lstStyle/>
        <a:p>
          <a:endParaRPr lang="en-US"/>
        </a:p>
      </dgm:t>
    </dgm:pt>
    <dgm:pt modelId="{AF100CAE-197D-4E73-BED8-52D7408A683D}" type="sibTrans" cxnId="{2B588C53-04D2-4A9F-8D77-EDD93C9DF8EA}">
      <dgm:prSet/>
      <dgm:spPr/>
      <dgm:t>
        <a:bodyPr/>
        <a:lstStyle/>
        <a:p>
          <a:endParaRPr lang="en-US"/>
        </a:p>
      </dgm:t>
    </dgm:pt>
    <dgm:pt modelId="{011B6B7D-8C22-49DA-953F-0687DB2D623E}">
      <dgm:prSet/>
      <dgm:spPr/>
      <dgm:t>
        <a:bodyPr/>
        <a:lstStyle/>
        <a:p>
          <a:r>
            <a:rPr lang="en-US"/>
            <a:t>If the length of the data to be encrypted is not an exact multiple of B, it must be padded to make it so. </a:t>
          </a:r>
        </a:p>
      </dgm:t>
    </dgm:pt>
    <dgm:pt modelId="{AC4CD966-C6B0-4F8D-BA02-5FBC5D8D2C75}" type="parTrans" cxnId="{DA556BB8-8B57-4AC4-8ECB-B7C11EBD24DE}">
      <dgm:prSet/>
      <dgm:spPr/>
      <dgm:t>
        <a:bodyPr/>
        <a:lstStyle/>
        <a:p>
          <a:endParaRPr lang="en-US"/>
        </a:p>
      </dgm:t>
    </dgm:pt>
    <dgm:pt modelId="{4A5FBE1F-500B-4760-B35F-0B1CCC26EA28}" type="sibTrans" cxnId="{DA556BB8-8B57-4AC4-8ECB-B7C11EBD24DE}">
      <dgm:prSet/>
      <dgm:spPr/>
      <dgm:t>
        <a:bodyPr/>
        <a:lstStyle/>
        <a:p>
          <a:endParaRPr lang="en-US"/>
        </a:p>
      </dgm:t>
    </dgm:pt>
    <dgm:pt modelId="{00236FCA-B297-4488-BF04-3E7032844BDB}">
      <dgm:prSet/>
      <dgm:spPr/>
      <dgm:t>
        <a:bodyPr/>
        <a:lstStyle/>
        <a:p>
          <a:r>
            <a:rPr lang="en-US" dirty="0"/>
            <a:t>After decrypting, the padding needs to be removed.</a:t>
          </a:r>
        </a:p>
      </dgm:t>
    </dgm:pt>
    <dgm:pt modelId="{3D6FC392-6653-4A83-A5B2-0E7761148AE5}" type="parTrans" cxnId="{6967CC87-5554-4BAC-A4E2-4A12AE873F0D}">
      <dgm:prSet/>
      <dgm:spPr/>
      <dgm:t>
        <a:bodyPr/>
        <a:lstStyle/>
        <a:p>
          <a:endParaRPr lang="en-US"/>
        </a:p>
      </dgm:t>
    </dgm:pt>
    <dgm:pt modelId="{A9057361-A0D1-4266-AB18-3E145A8AFFB5}" type="sibTrans" cxnId="{6967CC87-5554-4BAC-A4E2-4A12AE873F0D}">
      <dgm:prSet/>
      <dgm:spPr/>
      <dgm:t>
        <a:bodyPr/>
        <a:lstStyle/>
        <a:p>
          <a:endParaRPr lang="en-US"/>
        </a:p>
      </dgm:t>
    </dgm:pt>
    <dgm:pt modelId="{3B6ECFE6-BF88-4252-B9D7-F479FF00F3F7}">
      <dgm:prSet/>
      <dgm:spPr/>
      <dgm:t>
        <a:bodyPr/>
        <a:lstStyle/>
        <a:p>
          <a:r>
            <a:rPr lang="en-US" dirty="0"/>
            <a:t>The most popular is "PKCS5" padding also there is </a:t>
          </a:r>
          <a:r>
            <a:rPr lang="en-US" dirty="0" err="1"/>
            <a:t>OneAndZeroes</a:t>
          </a:r>
          <a:r>
            <a:rPr lang="en-US" dirty="0"/>
            <a:t> Padding.</a:t>
          </a:r>
        </a:p>
      </dgm:t>
    </dgm:pt>
    <dgm:pt modelId="{92FBEB41-D708-4A2E-9A01-246E6A105AC0}" type="parTrans" cxnId="{C52B9409-73E4-4F2B-BCEB-8D13D2B1BAEE}">
      <dgm:prSet/>
      <dgm:spPr/>
      <dgm:t>
        <a:bodyPr/>
        <a:lstStyle/>
        <a:p>
          <a:endParaRPr lang="en-US"/>
        </a:p>
      </dgm:t>
    </dgm:pt>
    <dgm:pt modelId="{542D1916-6083-48A4-A15C-A89FBEF392D4}" type="sibTrans" cxnId="{C52B9409-73E4-4F2B-BCEB-8D13D2B1BAEE}">
      <dgm:prSet/>
      <dgm:spPr/>
      <dgm:t>
        <a:bodyPr/>
        <a:lstStyle/>
        <a:p>
          <a:endParaRPr lang="en-US"/>
        </a:p>
      </dgm:t>
    </dgm:pt>
    <dgm:pt modelId="{85635D08-7A16-46BD-82F5-0EE181934219}" type="pres">
      <dgm:prSet presAssocID="{6D1AEBAB-DF39-41EE-8966-7DFA35626569}" presName="linear" presStyleCnt="0">
        <dgm:presLayoutVars>
          <dgm:animLvl val="lvl"/>
          <dgm:resizeHandles val="exact"/>
        </dgm:presLayoutVars>
      </dgm:prSet>
      <dgm:spPr/>
    </dgm:pt>
    <dgm:pt modelId="{B7E43003-DCD3-4E45-8DCB-E2B73648066F}" type="pres">
      <dgm:prSet presAssocID="{CD837053-2B47-4D6D-94DC-A9EEABD80C42}" presName="parentText" presStyleLbl="node1" presStyleIdx="0" presStyleCnt="5">
        <dgm:presLayoutVars>
          <dgm:chMax val="0"/>
          <dgm:bulletEnabled val="1"/>
        </dgm:presLayoutVars>
      </dgm:prSet>
      <dgm:spPr/>
    </dgm:pt>
    <dgm:pt modelId="{7B321503-D5DB-4855-8837-C303DA410A77}" type="pres">
      <dgm:prSet presAssocID="{A9CBF968-C72E-4407-9917-F4C645EB39A9}" presName="spacer" presStyleCnt="0"/>
      <dgm:spPr/>
    </dgm:pt>
    <dgm:pt modelId="{50F2F487-926D-4BF3-9540-3A22E6F91ADC}" type="pres">
      <dgm:prSet presAssocID="{DF99437E-619C-4BA7-97DA-DA4F7560CFDE}" presName="parentText" presStyleLbl="node1" presStyleIdx="1" presStyleCnt="5">
        <dgm:presLayoutVars>
          <dgm:chMax val="0"/>
          <dgm:bulletEnabled val="1"/>
        </dgm:presLayoutVars>
      </dgm:prSet>
      <dgm:spPr/>
    </dgm:pt>
    <dgm:pt modelId="{4C627579-019C-40AC-98FD-E61F9F089FF0}" type="pres">
      <dgm:prSet presAssocID="{AF100CAE-197D-4E73-BED8-52D7408A683D}" presName="spacer" presStyleCnt="0"/>
      <dgm:spPr/>
    </dgm:pt>
    <dgm:pt modelId="{7E2D036B-C90D-43A9-B0AC-061C6B7717AD}" type="pres">
      <dgm:prSet presAssocID="{011B6B7D-8C22-49DA-953F-0687DB2D623E}" presName="parentText" presStyleLbl="node1" presStyleIdx="2" presStyleCnt="5">
        <dgm:presLayoutVars>
          <dgm:chMax val="0"/>
          <dgm:bulletEnabled val="1"/>
        </dgm:presLayoutVars>
      </dgm:prSet>
      <dgm:spPr/>
    </dgm:pt>
    <dgm:pt modelId="{4E2F3D4F-03CB-4217-865D-E6A230A5A57D}" type="pres">
      <dgm:prSet presAssocID="{4A5FBE1F-500B-4760-B35F-0B1CCC26EA28}" presName="spacer" presStyleCnt="0"/>
      <dgm:spPr/>
    </dgm:pt>
    <dgm:pt modelId="{82F27492-3EF8-4729-8F3B-D7EDCDD989A4}" type="pres">
      <dgm:prSet presAssocID="{00236FCA-B297-4488-BF04-3E7032844BDB}" presName="parentText" presStyleLbl="node1" presStyleIdx="3" presStyleCnt="5">
        <dgm:presLayoutVars>
          <dgm:chMax val="0"/>
          <dgm:bulletEnabled val="1"/>
        </dgm:presLayoutVars>
      </dgm:prSet>
      <dgm:spPr/>
    </dgm:pt>
    <dgm:pt modelId="{866085F0-6240-4D8A-9494-E83CCFE7AF2A}" type="pres">
      <dgm:prSet presAssocID="{A9057361-A0D1-4266-AB18-3E145A8AFFB5}" presName="spacer" presStyleCnt="0"/>
      <dgm:spPr/>
    </dgm:pt>
    <dgm:pt modelId="{F9E826EF-D4D7-42B5-960C-1AC6C05A56F3}" type="pres">
      <dgm:prSet presAssocID="{3B6ECFE6-BF88-4252-B9D7-F479FF00F3F7}" presName="parentText" presStyleLbl="node1" presStyleIdx="4" presStyleCnt="5">
        <dgm:presLayoutVars>
          <dgm:chMax val="0"/>
          <dgm:bulletEnabled val="1"/>
        </dgm:presLayoutVars>
      </dgm:prSet>
      <dgm:spPr/>
    </dgm:pt>
  </dgm:ptLst>
  <dgm:cxnLst>
    <dgm:cxn modelId="{C52B9409-73E4-4F2B-BCEB-8D13D2B1BAEE}" srcId="{6D1AEBAB-DF39-41EE-8966-7DFA35626569}" destId="{3B6ECFE6-BF88-4252-B9D7-F479FF00F3F7}" srcOrd="4" destOrd="0" parTransId="{92FBEB41-D708-4A2E-9A01-246E6A105AC0}" sibTransId="{542D1916-6083-48A4-A15C-A89FBEF392D4}"/>
    <dgm:cxn modelId="{2B588C53-04D2-4A9F-8D77-EDD93C9DF8EA}" srcId="{6D1AEBAB-DF39-41EE-8966-7DFA35626569}" destId="{DF99437E-619C-4BA7-97DA-DA4F7560CFDE}" srcOrd="1" destOrd="0" parTransId="{7D3AC085-9025-4135-8A64-C72EC4FB2B4F}" sibTransId="{AF100CAE-197D-4E73-BED8-52D7408A683D}"/>
    <dgm:cxn modelId="{8DEA4F59-953C-4557-8213-01BB0700EB9E}" type="presOf" srcId="{011B6B7D-8C22-49DA-953F-0687DB2D623E}" destId="{7E2D036B-C90D-43A9-B0AC-061C6B7717AD}" srcOrd="0" destOrd="0" presId="urn:microsoft.com/office/officeart/2005/8/layout/vList2"/>
    <dgm:cxn modelId="{6967CC87-5554-4BAC-A4E2-4A12AE873F0D}" srcId="{6D1AEBAB-DF39-41EE-8966-7DFA35626569}" destId="{00236FCA-B297-4488-BF04-3E7032844BDB}" srcOrd="3" destOrd="0" parTransId="{3D6FC392-6653-4A83-A5B2-0E7761148AE5}" sibTransId="{A9057361-A0D1-4266-AB18-3E145A8AFFB5}"/>
    <dgm:cxn modelId="{DA556BB8-8B57-4AC4-8ECB-B7C11EBD24DE}" srcId="{6D1AEBAB-DF39-41EE-8966-7DFA35626569}" destId="{011B6B7D-8C22-49DA-953F-0687DB2D623E}" srcOrd="2" destOrd="0" parTransId="{AC4CD966-C6B0-4F8D-BA02-5FBC5D8D2C75}" sibTransId="{4A5FBE1F-500B-4760-B35F-0B1CCC26EA28}"/>
    <dgm:cxn modelId="{0C948CB8-C069-486F-AA05-3101F57AB94F}" srcId="{6D1AEBAB-DF39-41EE-8966-7DFA35626569}" destId="{CD837053-2B47-4D6D-94DC-A9EEABD80C42}" srcOrd="0" destOrd="0" parTransId="{2E13A645-52D2-4443-AA14-CAE7542A4EF0}" sibTransId="{A9CBF968-C72E-4407-9917-F4C645EB39A9}"/>
    <dgm:cxn modelId="{14028DC3-8EA8-46D7-B893-EC8D03970D73}" type="presOf" srcId="{3B6ECFE6-BF88-4252-B9D7-F479FF00F3F7}" destId="{F9E826EF-D4D7-42B5-960C-1AC6C05A56F3}" srcOrd="0" destOrd="0" presId="urn:microsoft.com/office/officeart/2005/8/layout/vList2"/>
    <dgm:cxn modelId="{017AC7D1-21D6-4775-BFC4-41D699DABC13}" type="presOf" srcId="{00236FCA-B297-4488-BF04-3E7032844BDB}" destId="{82F27492-3EF8-4729-8F3B-D7EDCDD989A4}" srcOrd="0" destOrd="0" presId="urn:microsoft.com/office/officeart/2005/8/layout/vList2"/>
    <dgm:cxn modelId="{637842DE-24AD-4E8E-BD7B-C2ABCED364BA}" type="presOf" srcId="{CD837053-2B47-4D6D-94DC-A9EEABD80C42}" destId="{B7E43003-DCD3-4E45-8DCB-E2B73648066F}" srcOrd="0" destOrd="0" presId="urn:microsoft.com/office/officeart/2005/8/layout/vList2"/>
    <dgm:cxn modelId="{B55C4DE1-2878-4F43-9452-F294BC2BFDF2}" type="presOf" srcId="{6D1AEBAB-DF39-41EE-8966-7DFA35626569}" destId="{85635D08-7A16-46BD-82F5-0EE181934219}" srcOrd="0" destOrd="0" presId="urn:microsoft.com/office/officeart/2005/8/layout/vList2"/>
    <dgm:cxn modelId="{8678E2EC-3699-4B5D-A222-CA5CE5910E83}" type="presOf" srcId="{DF99437E-619C-4BA7-97DA-DA4F7560CFDE}" destId="{50F2F487-926D-4BF3-9540-3A22E6F91ADC}" srcOrd="0" destOrd="0" presId="urn:microsoft.com/office/officeart/2005/8/layout/vList2"/>
    <dgm:cxn modelId="{34F84D0C-C897-4441-A0B5-8AD2B53DB652}" type="presParOf" srcId="{85635D08-7A16-46BD-82F5-0EE181934219}" destId="{B7E43003-DCD3-4E45-8DCB-E2B73648066F}" srcOrd="0" destOrd="0" presId="urn:microsoft.com/office/officeart/2005/8/layout/vList2"/>
    <dgm:cxn modelId="{C9B579F4-F969-4628-86ED-E3B1ED7E705F}" type="presParOf" srcId="{85635D08-7A16-46BD-82F5-0EE181934219}" destId="{7B321503-D5DB-4855-8837-C303DA410A77}" srcOrd="1" destOrd="0" presId="urn:microsoft.com/office/officeart/2005/8/layout/vList2"/>
    <dgm:cxn modelId="{03209492-AA71-4A90-AC95-3B311D1CABB1}" type="presParOf" srcId="{85635D08-7A16-46BD-82F5-0EE181934219}" destId="{50F2F487-926D-4BF3-9540-3A22E6F91ADC}" srcOrd="2" destOrd="0" presId="urn:microsoft.com/office/officeart/2005/8/layout/vList2"/>
    <dgm:cxn modelId="{4B44C2CF-A4B3-4D5C-A795-2CDA7C042A34}" type="presParOf" srcId="{85635D08-7A16-46BD-82F5-0EE181934219}" destId="{4C627579-019C-40AC-98FD-E61F9F089FF0}" srcOrd="3" destOrd="0" presId="urn:microsoft.com/office/officeart/2005/8/layout/vList2"/>
    <dgm:cxn modelId="{6B5FEE8B-EB0D-4331-A5AD-5EB3F15E6BE7}" type="presParOf" srcId="{85635D08-7A16-46BD-82F5-0EE181934219}" destId="{7E2D036B-C90D-43A9-B0AC-061C6B7717AD}" srcOrd="4" destOrd="0" presId="urn:microsoft.com/office/officeart/2005/8/layout/vList2"/>
    <dgm:cxn modelId="{2D22EAFD-6119-4E29-8276-CCD67666AECF}" type="presParOf" srcId="{85635D08-7A16-46BD-82F5-0EE181934219}" destId="{4E2F3D4F-03CB-4217-865D-E6A230A5A57D}" srcOrd="5" destOrd="0" presId="urn:microsoft.com/office/officeart/2005/8/layout/vList2"/>
    <dgm:cxn modelId="{7F06EF4C-6318-452F-ADBA-8ABA3363C415}" type="presParOf" srcId="{85635D08-7A16-46BD-82F5-0EE181934219}" destId="{82F27492-3EF8-4729-8F3B-D7EDCDD989A4}" srcOrd="6" destOrd="0" presId="urn:microsoft.com/office/officeart/2005/8/layout/vList2"/>
    <dgm:cxn modelId="{FA55F931-B6D0-488F-B225-A34655DA8569}" type="presParOf" srcId="{85635D08-7A16-46BD-82F5-0EE181934219}" destId="{866085F0-6240-4D8A-9494-E83CCFE7AF2A}" srcOrd="7" destOrd="0" presId="urn:microsoft.com/office/officeart/2005/8/layout/vList2"/>
    <dgm:cxn modelId="{9ABF657D-A69E-4B2D-BA1C-61368796A8C7}" type="presParOf" srcId="{85635D08-7A16-46BD-82F5-0EE181934219}" destId="{F9E826EF-D4D7-42B5-960C-1AC6C05A56F3}" srcOrd="8"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33093FE-B3F0-4316-8667-C5BE7B3DD050}"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DD6006EF-878A-44E5-BB0C-C99BAD618994}">
      <dgm:prSet/>
      <dgm:spPr/>
      <dgm:t>
        <a:bodyPr/>
        <a:lstStyle/>
        <a:p>
          <a:r>
            <a:rPr lang="en-US"/>
            <a:t>ENCRYPTION</a:t>
          </a:r>
        </a:p>
      </dgm:t>
    </dgm:pt>
    <dgm:pt modelId="{46113635-7F3B-43D0-8FB3-ACB84613C87A}" type="parTrans" cxnId="{6DB51958-6E40-45C9-9B76-02F2692318F8}">
      <dgm:prSet/>
      <dgm:spPr/>
      <dgm:t>
        <a:bodyPr/>
        <a:lstStyle/>
        <a:p>
          <a:endParaRPr lang="en-US"/>
        </a:p>
      </dgm:t>
    </dgm:pt>
    <dgm:pt modelId="{E5762C11-6892-41B4-9C58-CF7989841CE6}" type="sibTrans" cxnId="{6DB51958-6E40-45C9-9B76-02F2692318F8}">
      <dgm:prSet/>
      <dgm:spPr/>
      <dgm:t>
        <a:bodyPr/>
        <a:lstStyle/>
        <a:p>
          <a:endParaRPr lang="en-US"/>
        </a:p>
      </dgm:t>
    </dgm:pt>
    <dgm:pt modelId="{CD26E573-2F0E-42F5-9E1E-5DE2B4696AB8}" type="pres">
      <dgm:prSet presAssocID="{233093FE-B3F0-4316-8667-C5BE7B3DD050}" presName="Name0" presStyleCnt="0">
        <dgm:presLayoutVars>
          <dgm:dir/>
          <dgm:animLvl val="lvl"/>
          <dgm:resizeHandles val="exact"/>
        </dgm:presLayoutVars>
      </dgm:prSet>
      <dgm:spPr/>
    </dgm:pt>
    <dgm:pt modelId="{4019A34A-7B68-412A-A491-2F18474E925D}" type="pres">
      <dgm:prSet presAssocID="{DD6006EF-878A-44E5-BB0C-C99BAD618994}" presName="linNode" presStyleCnt="0"/>
      <dgm:spPr/>
    </dgm:pt>
    <dgm:pt modelId="{97EF040B-CE82-40DF-BFFB-83D9D10EF090}" type="pres">
      <dgm:prSet presAssocID="{DD6006EF-878A-44E5-BB0C-C99BAD618994}" presName="parentText" presStyleLbl="node1" presStyleIdx="0" presStyleCnt="1">
        <dgm:presLayoutVars>
          <dgm:chMax val="1"/>
          <dgm:bulletEnabled val="1"/>
        </dgm:presLayoutVars>
      </dgm:prSet>
      <dgm:spPr/>
    </dgm:pt>
  </dgm:ptLst>
  <dgm:cxnLst>
    <dgm:cxn modelId="{C1451743-939E-4225-A571-EB1CFFC123E0}" type="presOf" srcId="{233093FE-B3F0-4316-8667-C5BE7B3DD050}" destId="{CD26E573-2F0E-42F5-9E1E-5DE2B4696AB8}" srcOrd="0" destOrd="0" presId="urn:microsoft.com/office/officeart/2005/8/layout/vList5"/>
    <dgm:cxn modelId="{6DB51958-6E40-45C9-9B76-02F2692318F8}" srcId="{233093FE-B3F0-4316-8667-C5BE7B3DD050}" destId="{DD6006EF-878A-44E5-BB0C-C99BAD618994}" srcOrd="0" destOrd="0" parTransId="{46113635-7F3B-43D0-8FB3-ACB84613C87A}" sibTransId="{E5762C11-6892-41B4-9C58-CF7989841CE6}"/>
    <dgm:cxn modelId="{11A2A2CA-D9C3-437B-8A59-A5271A8260C3}" type="presOf" srcId="{DD6006EF-878A-44E5-BB0C-C99BAD618994}" destId="{97EF040B-CE82-40DF-BFFB-83D9D10EF090}" srcOrd="0" destOrd="0" presId="urn:microsoft.com/office/officeart/2005/8/layout/vList5"/>
    <dgm:cxn modelId="{9389693B-A10A-4AD1-BDFE-2758635BD2C1}" type="presParOf" srcId="{CD26E573-2F0E-42F5-9E1E-5DE2B4696AB8}" destId="{4019A34A-7B68-412A-A491-2F18474E925D}" srcOrd="0" destOrd="0" presId="urn:microsoft.com/office/officeart/2005/8/layout/vList5"/>
    <dgm:cxn modelId="{689039A2-FAEA-4858-A51C-54647ED23C68}" type="presParOf" srcId="{4019A34A-7B68-412A-A491-2F18474E925D}" destId="{97EF040B-CE82-40DF-BFFB-83D9D10EF090}"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33093FE-B3F0-4316-8667-C5BE7B3DD050}"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DD6006EF-878A-44E5-BB0C-C99BAD618994}">
      <dgm:prSet/>
      <dgm:spPr/>
      <dgm:t>
        <a:bodyPr/>
        <a:lstStyle/>
        <a:p>
          <a:r>
            <a:rPr lang="en-US" dirty="0"/>
            <a:t>VERIFICATION AND AUTHENTICATION</a:t>
          </a:r>
        </a:p>
      </dgm:t>
    </dgm:pt>
    <dgm:pt modelId="{46113635-7F3B-43D0-8FB3-ACB84613C87A}" type="parTrans" cxnId="{6DB51958-6E40-45C9-9B76-02F2692318F8}">
      <dgm:prSet/>
      <dgm:spPr/>
      <dgm:t>
        <a:bodyPr/>
        <a:lstStyle/>
        <a:p>
          <a:endParaRPr lang="en-US"/>
        </a:p>
      </dgm:t>
    </dgm:pt>
    <dgm:pt modelId="{E5762C11-6892-41B4-9C58-CF7989841CE6}" type="sibTrans" cxnId="{6DB51958-6E40-45C9-9B76-02F2692318F8}">
      <dgm:prSet/>
      <dgm:spPr/>
      <dgm:t>
        <a:bodyPr/>
        <a:lstStyle/>
        <a:p>
          <a:endParaRPr lang="en-US"/>
        </a:p>
      </dgm:t>
    </dgm:pt>
    <dgm:pt modelId="{CD26E573-2F0E-42F5-9E1E-5DE2B4696AB8}" type="pres">
      <dgm:prSet presAssocID="{233093FE-B3F0-4316-8667-C5BE7B3DD050}" presName="Name0" presStyleCnt="0">
        <dgm:presLayoutVars>
          <dgm:dir/>
          <dgm:animLvl val="lvl"/>
          <dgm:resizeHandles val="exact"/>
        </dgm:presLayoutVars>
      </dgm:prSet>
      <dgm:spPr/>
    </dgm:pt>
    <dgm:pt modelId="{4019A34A-7B68-412A-A491-2F18474E925D}" type="pres">
      <dgm:prSet presAssocID="{DD6006EF-878A-44E5-BB0C-C99BAD618994}" presName="linNode" presStyleCnt="0"/>
      <dgm:spPr/>
    </dgm:pt>
    <dgm:pt modelId="{97EF040B-CE82-40DF-BFFB-83D9D10EF090}" type="pres">
      <dgm:prSet presAssocID="{DD6006EF-878A-44E5-BB0C-C99BAD618994}" presName="parentText" presStyleLbl="node1" presStyleIdx="0" presStyleCnt="1">
        <dgm:presLayoutVars>
          <dgm:chMax val="1"/>
          <dgm:bulletEnabled val="1"/>
        </dgm:presLayoutVars>
      </dgm:prSet>
      <dgm:spPr/>
    </dgm:pt>
  </dgm:ptLst>
  <dgm:cxnLst>
    <dgm:cxn modelId="{C1451743-939E-4225-A571-EB1CFFC123E0}" type="presOf" srcId="{233093FE-B3F0-4316-8667-C5BE7B3DD050}" destId="{CD26E573-2F0E-42F5-9E1E-5DE2B4696AB8}" srcOrd="0" destOrd="0" presId="urn:microsoft.com/office/officeart/2005/8/layout/vList5"/>
    <dgm:cxn modelId="{6DB51958-6E40-45C9-9B76-02F2692318F8}" srcId="{233093FE-B3F0-4316-8667-C5BE7B3DD050}" destId="{DD6006EF-878A-44E5-BB0C-C99BAD618994}" srcOrd="0" destOrd="0" parTransId="{46113635-7F3B-43D0-8FB3-ACB84613C87A}" sibTransId="{E5762C11-6892-41B4-9C58-CF7989841CE6}"/>
    <dgm:cxn modelId="{11A2A2CA-D9C3-437B-8A59-A5271A8260C3}" type="presOf" srcId="{DD6006EF-878A-44E5-BB0C-C99BAD618994}" destId="{97EF040B-CE82-40DF-BFFB-83D9D10EF090}" srcOrd="0" destOrd="0" presId="urn:microsoft.com/office/officeart/2005/8/layout/vList5"/>
    <dgm:cxn modelId="{9389693B-A10A-4AD1-BDFE-2758635BD2C1}" type="presParOf" srcId="{CD26E573-2F0E-42F5-9E1E-5DE2B4696AB8}" destId="{4019A34A-7B68-412A-A491-2F18474E925D}" srcOrd="0" destOrd="0" presId="urn:microsoft.com/office/officeart/2005/8/layout/vList5"/>
    <dgm:cxn modelId="{689039A2-FAEA-4858-A51C-54647ED23C68}" type="presParOf" srcId="{4019A34A-7B68-412A-A491-2F18474E925D}" destId="{97EF040B-CE82-40DF-BFFB-83D9D10EF090}"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AE91ED5-CB6C-4F6F-AD40-9AAC3C2A907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0C03FDA-74C7-4592-BC42-6D8CA363C4C4}">
      <dgm:prSet/>
      <dgm:spPr/>
      <dgm:t>
        <a:bodyPr/>
        <a:lstStyle/>
        <a:p>
          <a:pPr algn="ctr"/>
          <a:r>
            <a:rPr lang="en-US" dirty="0"/>
            <a:t>CRYPPTO STACK</a:t>
          </a:r>
        </a:p>
      </dgm:t>
    </dgm:pt>
    <dgm:pt modelId="{77B3B34F-A7F5-4F67-9208-5053B5D5D207}" type="parTrans" cxnId="{3CD2DA12-BFFA-4DF5-9AA8-EB77B4BE743A}">
      <dgm:prSet/>
      <dgm:spPr/>
      <dgm:t>
        <a:bodyPr/>
        <a:lstStyle/>
        <a:p>
          <a:endParaRPr lang="en-US"/>
        </a:p>
      </dgm:t>
    </dgm:pt>
    <dgm:pt modelId="{E6DCDA78-017B-4F46-9EE2-1EE8A2CA9628}" type="sibTrans" cxnId="{3CD2DA12-BFFA-4DF5-9AA8-EB77B4BE743A}">
      <dgm:prSet/>
      <dgm:spPr/>
      <dgm:t>
        <a:bodyPr/>
        <a:lstStyle/>
        <a:p>
          <a:endParaRPr lang="en-US"/>
        </a:p>
      </dgm:t>
    </dgm:pt>
    <dgm:pt modelId="{A2C2B522-3444-4864-98AA-81D7DECB4B58}" type="pres">
      <dgm:prSet presAssocID="{2AE91ED5-CB6C-4F6F-AD40-9AAC3C2A9070}" presName="linear" presStyleCnt="0">
        <dgm:presLayoutVars>
          <dgm:animLvl val="lvl"/>
          <dgm:resizeHandles val="exact"/>
        </dgm:presLayoutVars>
      </dgm:prSet>
      <dgm:spPr/>
    </dgm:pt>
    <dgm:pt modelId="{6F42B799-3D75-4F4E-A9E2-3D970660C9CE}" type="pres">
      <dgm:prSet presAssocID="{30C03FDA-74C7-4592-BC42-6D8CA363C4C4}" presName="parentText" presStyleLbl="node1" presStyleIdx="0" presStyleCnt="1">
        <dgm:presLayoutVars>
          <dgm:chMax val="0"/>
          <dgm:bulletEnabled val="1"/>
        </dgm:presLayoutVars>
      </dgm:prSet>
      <dgm:spPr/>
    </dgm:pt>
  </dgm:ptLst>
  <dgm:cxnLst>
    <dgm:cxn modelId="{3CD2DA12-BFFA-4DF5-9AA8-EB77B4BE743A}" srcId="{2AE91ED5-CB6C-4F6F-AD40-9AAC3C2A9070}" destId="{30C03FDA-74C7-4592-BC42-6D8CA363C4C4}" srcOrd="0" destOrd="0" parTransId="{77B3B34F-A7F5-4F67-9208-5053B5D5D207}" sibTransId="{E6DCDA78-017B-4F46-9EE2-1EE8A2CA9628}"/>
    <dgm:cxn modelId="{5BD10833-FE63-48D5-98B1-5B04812913B0}" type="presOf" srcId="{2AE91ED5-CB6C-4F6F-AD40-9AAC3C2A9070}" destId="{A2C2B522-3444-4864-98AA-81D7DECB4B58}" srcOrd="0" destOrd="0" presId="urn:microsoft.com/office/officeart/2005/8/layout/vList2"/>
    <dgm:cxn modelId="{6033F597-A831-4018-876C-45B8378B09B4}" type="presOf" srcId="{30C03FDA-74C7-4592-BC42-6D8CA363C4C4}" destId="{6F42B799-3D75-4F4E-A9E2-3D970660C9CE}" srcOrd="0" destOrd="0" presId="urn:microsoft.com/office/officeart/2005/8/layout/vList2"/>
    <dgm:cxn modelId="{9A22D80B-9FB1-4C78-801C-E30063E76664}" type="presParOf" srcId="{A2C2B522-3444-4864-98AA-81D7DECB4B58}" destId="{6F42B799-3D75-4F4E-A9E2-3D970660C9CE}"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278BC135-EF44-4BD7-A050-CA46839B58F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B473945-70BE-44B9-8E13-7E22548E2995}">
      <dgm:prSet/>
      <dgm:spPr/>
      <dgm:t>
        <a:bodyPr/>
        <a:lstStyle/>
        <a:p>
          <a:r>
            <a:rPr lang="en-US" dirty="0"/>
            <a:t>CSM </a:t>
          </a:r>
        </a:p>
      </dgm:t>
    </dgm:pt>
    <dgm:pt modelId="{3589DC82-09A7-4DF0-B2D3-B5722D2B9F8A}" type="parTrans" cxnId="{6A1AD07B-B51B-425C-B642-F80B258EDB4E}">
      <dgm:prSet/>
      <dgm:spPr/>
      <dgm:t>
        <a:bodyPr/>
        <a:lstStyle/>
        <a:p>
          <a:endParaRPr lang="en-US"/>
        </a:p>
      </dgm:t>
    </dgm:pt>
    <dgm:pt modelId="{29AA48DC-F6C1-4D5A-8B47-061B2FE361AF}" type="sibTrans" cxnId="{6A1AD07B-B51B-425C-B642-F80B258EDB4E}">
      <dgm:prSet/>
      <dgm:spPr/>
      <dgm:t>
        <a:bodyPr/>
        <a:lstStyle/>
        <a:p>
          <a:endParaRPr lang="en-US"/>
        </a:p>
      </dgm:t>
    </dgm:pt>
    <dgm:pt modelId="{59F9DB66-9C3E-4ABA-AB7E-34DD433045ED}">
      <dgm:prSet/>
      <dgm:spPr/>
      <dgm:t>
        <a:bodyPr/>
        <a:lstStyle/>
        <a:p>
          <a:r>
            <a:rPr lang="en-US"/>
            <a:t>CryIf</a:t>
          </a:r>
        </a:p>
      </dgm:t>
    </dgm:pt>
    <dgm:pt modelId="{563962B2-5D64-4075-B721-12724694F025}" type="parTrans" cxnId="{FE3ABAAC-E52C-4460-A0CC-2A6CF4E050B6}">
      <dgm:prSet/>
      <dgm:spPr/>
      <dgm:t>
        <a:bodyPr/>
        <a:lstStyle/>
        <a:p>
          <a:endParaRPr lang="en-US"/>
        </a:p>
      </dgm:t>
    </dgm:pt>
    <dgm:pt modelId="{5C0DB291-F61C-4DCE-AB70-AEBF360F3004}" type="sibTrans" cxnId="{FE3ABAAC-E52C-4460-A0CC-2A6CF4E050B6}">
      <dgm:prSet/>
      <dgm:spPr/>
      <dgm:t>
        <a:bodyPr/>
        <a:lstStyle/>
        <a:p>
          <a:endParaRPr lang="en-US"/>
        </a:p>
      </dgm:t>
    </dgm:pt>
    <dgm:pt modelId="{44572C48-1B30-4782-B8C4-CC35FCAADC8D}">
      <dgm:prSet/>
      <dgm:spPr/>
      <dgm:t>
        <a:bodyPr/>
        <a:lstStyle/>
        <a:p>
          <a:r>
            <a:rPr lang="en-US" dirty="0"/>
            <a:t>Crypto Drive :                                                      -Software Library                                   -Hardware Library "HSM"</a:t>
          </a:r>
        </a:p>
      </dgm:t>
    </dgm:pt>
    <dgm:pt modelId="{C1FAD006-E34D-4699-8BF6-F04EBAF89BB9}" type="parTrans" cxnId="{CEE1A22A-1D12-4C0D-B4E3-584C3922DEDC}">
      <dgm:prSet/>
      <dgm:spPr/>
      <dgm:t>
        <a:bodyPr/>
        <a:lstStyle/>
        <a:p>
          <a:endParaRPr lang="en-US"/>
        </a:p>
      </dgm:t>
    </dgm:pt>
    <dgm:pt modelId="{FB04A0BD-57F5-4C74-856A-BF75F35CC8B4}" type="sibTrans" cxnId="{CEE1A22A-1D12-4C0D-B4E3-584C3922DEDC}">
      <dgm:prSet/>
      <dgm:spPr/>
      <dgm:t>
        <a:bodyPr/>
        <a:lstStyle/>
        <a:p>
          <a:endParaRPr lang="en-US"/>
        </a:p>
      </dgm:t>
    </dgm:pt>
    <dgm:pt modelId="{6FDA102B-F74E-4963-9E93-B0BC7D82129F}" type="pres">
      <dgm:prSet presAssocID="{278BC135-EF44-4BD7-A050-CA46839B58F4}" presName="linear" presStyleCnt="0">
        <dgm:presLayoutVars>
          <dgm:animLvl val="lvl"/>
          <dgm:resizeHandles val="exact"/>
        </dgm:presLayoutVars>
      </dgm:prSet>
      <dgm:spPr/>
    </dgm:pt>
    <dgm:pt modelId="{0FA21154-71DC-43D0-BE7B-E7EA24ADB924}" type="pres">
      <dgm:prSet presAssocID="{EB473945-70BE-44B9-8E13-7E22548E2995}" presName="parentText" presStyleLbl="node1" presStyleIdx="0" presStyleCnt="3">
        <dgm:presLayoutVars>
          <dgm:chMax val="0"/>
          <dgm:bulletEnabled val="1"/>
        </dgm:presLayoutVars>
      </dgm:prSet>
      <dgm:spPr/>
    </dgm:pt>
    <dgm:pt modelId="{B84D02EC-282C-48FC-834D-D5036272E83E}" type="pres">
      <dgm:prSet presAssocID="{29AA48DC-F6C1-4D5A-8B47-061B2FE361AF}" presName="spacer" presStyleCnt="0"/>
      <dgm:spPr/>
    </dgm:pt>
    <dgm:pt modelId="{ED9F2541-4F0A-4BAA-8ACF-70579DE9810C}" type="pres">
      <dgm:prSet presAssocID="{59F9DB66-9C3E-4ABA-AB7E-34DD433045ED}" presName="parentText" presStyleLbl="node1" presStyleIdx="1" presStyleCnt="3">
        <dgm:presLayoutVars>
          <dgm:chMax val="0"/>
          <dgm:bulletEnabled val="1"/>
        </dgm:presLayoutVars>
      </dgm:prSet>
      <dgm:spPr/>
    </dgm:pt>
    <dgm:pt modelId="{71847ABF-ED90-40E2-A5AB-786ADFE2D5E1}" type="pres">
      <dgm:prSet presAssocID="{5C0DB291-F61C-4DCE-AB70-AEBF360F3004}" presName="spacer" presStyleCnt="0"/>
      <dgm:spPr/>
    </dgm:pt>
    <dgm:pt modelId="{EDFD4BE4-A0E2-4D77-8DB9-98FFA6C9C263}" type="pres">
      <dgm:prSet presAssocID="{44572C48-1B30-4782-B8C4-CC35FCAADC8D}" presName="parentText" presStyleLbl="node1" presStyleIdx="2" presStyleCnt="3" custLinFactNeighborY="17793">
        <dgm:presLayoutVars>
          <dgm:chMax val="0"/>
          <dgm:bulletEnabled val="1"/>
        </dgm:presLayoutVars>
      </dgm:prSet>
      <dgm:spPr/>
    </dgm:pt>
  </dgm:ptLst>
  <dgm:cxnLst>
    <dgm:cxn modelId="{CEE1A22A-1D12-4C0D-B4E3-584C3922DEDC}" srcId="{278BC135-EF44-4BD7-A050-CA46839B58F4}" destId="{44572C48-1B30-4782-B8C4-CC35FCAADC8D}" srcOrd="2" destOrd="0" parTransId="{C1FAD006-E34D-4699-8BF6-F04EBAF89BB9}" sibTransId="{FB04A0BD-57F5-4C74-856A-BF75F35CC8B4}"/>
    <dgm:cxn modelId="{2583D36E-3E39-4328-95F7-C150BE9B41E2}" type="presOf" srcId="{278BC135-EF44-4BD7-A050-CA46839B58F4}" destId="{6FDA102B-F74E-4963-9E93-B0BC7D82129F}" srcOrd="0" destOrd="0" presId="urn:microsoft.com/office/officeart/2005/8/layout/vList2"/>
    <dgm:cxn modelId="{B9954552-0DAD-4115-AFCA-A05589FA8E93}" type="presOf" srcId="{59F9DB66-9C3E-4ABA-AB7E-34DD433045ED}" destId="{ED9F2541-4F0A-4BAA-8ACF-70579DE9810C}" srcOrd="0" destOrd="0" presId="urn:microsoft.com/office/officeart/2005/8/layout/vList2"/>
    <dgm:cxn modelId="{6A1AD07B-B51B-425C-B642-F80B258EDB4E}" srcId="{278BC135-EF44-4BD7-A050-CA46839B58F4}" destId="{EB473945-70BE-44B9-8E13-7E22548E2995}" srcOrd="0" destOrd="0" parTransId="{3589DC82-09A7-4DF0-B2D3-B5722D2B9F8A}" sibTransId="{29AA48DC-F6C1-4D5A-8B47-061B2FE361AF}"/>
    <dgm:cxn modelId="{FE3ABAAC-E52C-4460-A0CC-2A6CF4E050B6}" srcId="{278BC135-EF44-4BD7-A050-CA46839B58F4}" destId="{59F9DB66-9C3E-4ABA-AB7E-34DD433045ED}" srcOrd="1" destOrd="0" parTransId="{563962B2-5D64-4075-B721-12724694F025}" sibTransId="{5C0DB291-F61C-4DCE-AB70-AEBF360F3004}"/>
    <dgm:cxn modelId="{5E406AC3-3A62-42AB-9E41-24E65913E2D5}" type="presOf" srcId="{EB473945-70BE-44B9-8E13-7E22548E2995}" destId="{0FA21154-71DC-43D0-BE7B-E7EA24ADB924}" srcOrd="0" destOrd="0" presId="urn:microsoft.com/office/officeart/2005/8/layout/vList2"/>
    <dgm:cxn modelId="{46C309EE-983F-491E-BAE5-D01515C9D286}" type="presOf" srcId="{44572C48-1B30-4782-B8C4-CC35FCAADC8D}" destId="{EDFD4BE4-A0E2-4D77-8DB9-98FFA6C9C263}" srcOrd="0" destOrd="0" presId="urn:microsoft.com/office/officeart/2005/8/layout/vList2"/>
    <dgm:cxn modelId="{950766D4-462C-49A8-8C6C-491AFF68E5B9}" type="presParOf" srcId="{6FDA102B-F74E-4963-9E93-B0BC7D82129F}" destId="{0FA21154-71DC-43D0-BE7B-E7EA24ADB924}" srcOrd="0" destOrd="0" presId="urn:microsoft.com/office/officeart/2005/8/layout/vList2"/>
    <dgm:cxn modelId="{1ED3EE65-20BD-42F6-A23D-DD4449B00CC0}" type="presParOf" srcId="{6FDA102B-F74E-4963-9E93-B0BC7D82129F}" destId="{B84D02EC-282C-48FC-834D-D5036272E83E}" srcOrd="1" destOrd="0" presId="urn:microsoft.com/office/officeart/2005/8/layout/vList2"/>
    <dgm:cxn modelId="{8DCA9287-CDBC-41BD-AEF8-7B5F41E072D8}" type="presParOf" srcId="{6FDA102B-F74E-4963-9E93-B0BC7D82129F}" destId="{ED9F2541-4F0A-4BAA-8ACF-70579DE9810C}" srcOrd="2" destOrd="0" presId="urn:microsoft.com/office/officeart/2005/8/layout/vList2"/>
    <dgm:cxn modelId="{91FEB47B-F5C7-4460-8BD5-6BB5929A2F32}" type="presParOf" srcId="{6FDA102B-F74E-4963-9E93-B0BC7D82129F}" destId="{71847ABF-ED90-40E2-A5AB-786ADFE2D5E1}" srcOrd="3" destOrd="0" presId="urn:microsoft.com/office/officeart/2005/8/layout/vList2"/>
    <dgm:cxn modelId="{B30E7301-83AA-4897-8527-82E6F4A1A04B}" type="presParOf" srcId="{6FDA102B-F74E-4963-9E93-B0BC7D82129F}" destId="{EDFD4BE4-A0E2-4D77-8DB9-98FFA6C9C263}" srcOrd="4"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41E275CB-B189-4B7A-9903-3C6047676091}"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42DA5AFD-064C-489D-9CDE-DEC1BCA9AF2C}">
      <dgm:prSet/>
      <dgm:spPr/>
      <dgm:t>
        <a:bodyPr/>
        <a:lstStyle/>
        <a:p>
          <a:r>
            <a:rPr lang="en-US"/>
            <a:t>CSM </a:t>
          </a:r>
          <a:br>
            <a:rPr lang="en-US"/>
          </a:br>
          <a:r>
            <a:rPr lang="en-US"/>
            <a:t>Crypto Service Manager</a:t>
          </a:r>
        </a:p>
      </dgm:t>
    </dgm:pt>
    <dgm:pt modelId="{264F0933-A4E1-4738-9528-470E48EB0AD7}" type="parTrans" cxnId="{FB759F9C-26F1-43B5-ACE4-AF45DF8F1088}">
      <dgm:prSet/>
      <dgm:spPr/>
      <dgm:t>
        <a:bodyPr/>
        <a:lstStyle/>
        <a:p>
          <a:endParaRPr lang="en-US"/>
        </a:p>
      </dgm:t>
    </dgm:pt>
    <dgm:pt modelId="{1069E4A8-1FB5-4EDD-A492-8A995CE4A3CD}" type="sibTrans" cxnId="{FB759F9C-26F1-43B5-ACE4-AF45DF8F1088}">
      <dgm:prSet/>
      <dgm:spPr/>
      <dgm:t>
        <a:bodyPr/>
        <a:lstStyle/>
        <a:p>
          <a:endParaRPr lang="en-US"/>
        </a:p>
      </dgm:t>
    </dgm:pt>
    <dgm:pt modelId="{6C2EC319-E0FD-4EE5-93B9-8FD01C891C2E}" type="pres">
      <dgm:prSet presAssocID="{41E275CB-B189-4B7A-9903-3C6047676091}" presName="Name0" presStyleCnt="0">
        <dgm:presLayoutVars>
          <dgm:dir/>
          <dgm:animLvl val="lvl"/>
          <dgm:resizeHandles val="exact"/>
        </dgm:presLayoutVars>
      </dgm:prSet>
      <dgm:spPr/>
    </dgm:pt>
    <dgm:pt modelId="{A151B09C-79FB-43BA-BF76-65C6AF734DE3}" type="pres">
      <dgm:prSet presAssocID="{42DA5AFD-064C-489D-9CDE-DEC1BCA9AF2C}" presName="linNode" presStyleCnt="0"/>
      <dgm:spPr/>
    </dgm:pt>
    <dgm:pt modelId="{0FDF3A66-9DDB-4BBD-AC6B-E6A89041255D}" type="pres">
      <dgm:prSet presAssocID="{42DA5AFD-064C-489D-9CDE-DEC1BCA9AF2C}" presName="parentText" presStyleLbl="node1" presStyleIdx="0" presStyleCnt="1">
        <dgm:presLayoutVars>
          <dgm:chMax val="1"/>
          <dgm:bulletEnabled val="1"/>
        </dgm:presLayoutVars>
      </dgm:prSet>
      <dgm:spPr/>
    </dgm:pt>
  </dgm:ptLst>
  <dgm:cxnLst>
    <dgm:cxn modelId="{0A7E6E21-3E4E-4F76-A5A2-9027BF34B5EF}" type="presOf" srcId="{41E275CB-B189-4B7A-9903-3C6047676091}" destId="{6C2EC319-E0FD-4EE5-93B9-8FD01C891C2E}" srcOrd="0" destOrd="0" presId="urn:microsoft.com/office/officeart/2005/8/layout/vList5"/>
    <dgm:cxn modelId="{FAE1262E-BAC0-4D04-A7EC-6292682275FC}" type="presOf" srcId="{42DA5AFD-064C-489D-9CDE-DEC1BCA9AF2C}" destId="{0FDF3A66-9DDB-4BBD-AC6B-E6A89041255D}" srcOrd="0" destOrd="0" presId="urn:microsoft.com/office/officeart/2005/8/layout/vList5"/>
    <dgm:cxn modelId="{FB759F9C-26F1-43B5-ACE4-AF45DF8F1088}" srcId="{41E275CB-B189-4B7A-9903-3C6047676091}" destId="{42DA5AFD-064C-489D-9CDE-DEC1BCA9AF2C}" srcOrd="0" destOrd="0" parTransId="{264F0933-A4E1-4738-9528-470E48EB0AD7}" sibTransId="{1069E4A8-1FB5-4EDD-A492-8A995CE4A3CD}"/>
    <dgm:cxn modelId="{0601077B-A9CE-4FDE-AA81-1A06CCD488C4}" type="presParOf" srcId="{6C2EC319-E0FD-4EE5-93B9-8FD01C891C2E}" destId="{A151B09C-79FB-43BA-BF76-65C6AF734DE3}" srcOrd="0" destOrd="0" presId="urn:microsoft.com/office/officeart/2005/8/layout/vList5"/>
    <dgm:cxn modelId="{461EAFC7-5EC7-4A4B-BE7A-9737CAC820F9}" type="presParOf" srcId="{A151B09C-79FB-43BA-BF76-65C6AF734DE3}" destId="{0FDF3A66-9DDB-4BBD-AC6B-E6A89041255D}"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EBBC3F3F-3040-4977-9E03-CD2B3F55C74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70A227E-685C-424E-8DCE-7801A2EA139F}">
      <dgm:prSet/>
      <dgm:spPr/>
      <dgm:t>
        <a:bodyPr/>
        <a:lstStyle/>
        <a:p>
          <a:r>
            <a:rPr lang="en-US" b="0" i="0" dirty="0"/>
            <a:t>Crypto Service Manager (CSM) is a Service layer module which provides standard interface to the application to access basic cryptographic services provided by the Software/Hardware crypto driver.</a:t>
          </a:r>
          <a:endParaRPr lang="en-US" dirty="0"/>
        </a:p>
      </dgm:t>
    </dgm:pt>
    <dgm:pt modelId="{B1E5CE60-6129-41B7-AAE7-4D4814903735}" type="parTrans" cxnId="{98D3AF3E-3312-49EF-A012-C07C8C113DEF}">
      <dgm:prSet/>
      <dgm:spPr/>
      <dgm:t>
        <a:bodyPr/>
        <a:lstStyle/>
        <a:p>
          <a:endParaRPr lang="en-US"/>
        </a:p>
      </dgm:t>
    </dgm:pt>
    <dgm:pt modelId="{A9A365FF-E52C-4CB0-9C94-EAF51EACF236}" type="sibTrans" cxnId="{98D3AF3E-3312-49EF-A012-C07C8C113DEF}">
      <dgm:prSet/>
      <dgm:spPr/>
      <dgm:t>
        <a:bodyPr/>
        <a:lstStyle/>
        <a:p>
          <a:endParaRPr lang="en-US"/>
        </a:p>
      </dgm:t>
    </dgm:pt>
    <dgm:pt modelId="{8EE2A593-1C46-4BE2-97AE-F0DFCB34101C}">
      <dgm:prSet/>
      <dgm:spPr/>
      <dgm:t>
        <a:bodyPr/>
        <a:lstStyle/>
        <a:p>
          <a:r>
            <a:rPr lang="en-US" b="0" i="0" dirty="0"/>
            <a:t>These services can be accessed by application synchronously (services are completed when the function returns) or asynchronously (callback routine is called on completion of the service).</a:t>
          </a:r>
          <a:endParaRPr lang="en-US" dirty="0"/>
        </a:p>
      </dgm:t>
    </dgm:pt>
    <dgm:pt modelId="{4512755D-81AB-480A-B9A2-A91585CCA228}" type="parTrans" cxnId="{A88AD1D5-BA20-45D7-8E68-6FDD5E0F18EE}">
      <dgm:prSet/>
      <dgm:spPr/>
      <dgm:t>
        <a:bodyPr/>
        <a:lstStyle/>
        <a:p>
          <a:endParaRPr lang="en-US"/>
        </a:p>
      </dgm:t>
    </dgm:pt>
    <dgm:pt modelId="{3410FFB9-FBB1-48B1-BFFC-807BB71D58C6}" type="sibTrans" cxnId="{A88AD1D5-BA20-45D7-8E68-6FDD5E0F18EE}">
      <dgm:prSet/>
      <dgm:spPr/>
      <dgm:t>
        <a:bodyPr/>
        <a:lstStyle/>
        <a:p>
          <a:endParaRPr lang="en-US"/>
        </a:p>
      </dgm:t>
    </dgm:pt>
    <dgm:pt modelId="{AB26B97A-8D6A-42AE-B259-B389C9BBE477}" type="pres">
      <dgm:prSet presAssocID="{EBBC3F3F-3040-4977-9E03-CD2B3F55C746}" presName="linear" presStyleCnt="0">
        <dgm:presLayoutVars>
          <dgm:animLvl val="lvl"/>
          <dgm:resizeHandles val="exact"/>
        </dgm:presLayoutVars>
      </dgm:prSet>
      <dgm:spPr/>
    </dgm:pt>
    <dgm:pt modelId="{D124ACBB-4F45-42F3-91E0-00B6B578FC3C}" type="pres">
      <dgm:prSet presAssocID="{070A227E-685C-424E-8DCE-7801A2EA139F}" presName="parentText" presStyleLbl="node1" presStyleIdx="0" presStyleCnt="2">
        <dgm:presLayoutVars>
          <dgm:chMax val="0"/>
          <dgm:bulletEnabled val="1"/>
        </dgm:presLayoutVars>
      </dgm:prSet>
      <dgm:spPr/>
    </dgm:pt>
    <dgm:pt modelId="{BB4F901E-D91B-49F4-BE8A-709A6710434A}" type="pres">
      <dgm:prSet presAssocID="{A9A365FF-E52C-4CB0-9C94-EAF51EACF236}" presName="spacer" presStyleCnt="0"/>
      <dgm:spPr/>
    </dgm:pt>
    <dgm:pt modelId="{7EE8DF1F-8E3B-4864-9E87-472C99DCDC9C}" type="pres">
      <dgm:prSet presAssocID="{8EE2A593-1C46-4BE2-97AE-F0DFCB34101C}" presName="parentText" presStyleLbl="node1" presStyleIdx="1" presStyleCnt="2">
        <dgm:presLayoutVars>
          <dgm:chMax val="0"/>
          <dgm:bulletEnabled val="1"/>
        </dgm:presLayoutVars>
      </dgm:prSet>
      <dgm:spPr/>
    </dgm:pt>
  </dgm:ptLst>
  <dgm:cxnLst>
    <dgm:cxn modelId="{6D0B0810-7F4B-4869-9314-59CB31CC2F09}" type="presOf" srcId="{070A227E-685C-424E-8DCE-7801A2EA139F}" destId="{D124ACBB-4F45-42F3-91E0-00B6B578FC3C}" srcOrd="0" destOrd="0" presId="urn:microsoft.com/office/officeart/2005/8/layout/vList2"/>
    <dgm:cxn modelId="{98D3AF3E-3312-49EF-A012-C07C8C113DEF}" srcId="{EBBC3F3F-3040-4977-9E03-CD2B3F55C746}" destId="{070A227E-685C-424E-8DCE-7801A2EA139F}" srcOrd="0" destOrd="0" parTransId="{B1E5CE60-6129-41B7-AAE7-4D4814903735}" sibTransId="{A9A365FF-E52C-4CB0-9C94-EAF51EACF236}"/>
    <dgm:cxn modelId="{D8387CBD-3011-4925-9F2C-DE8376B57DE8}" type="presOf" srcId="{8EE2A593-1C46-4BE2-97AE-F0DFCB34101C}" destId="{7EE8DF1F-8E3B-4864-9E87-472C99DCDC9C}" srcOrd="0" destOrd="0" presId="urn:microsoft.com/office/officeart/2005/8/layout/vList2"/>
    <dgm:cxn modelId="{A88AD1D5-BA20-45D7-8E68-6FDD5E0F18EE}" srcId="{EBBC3F3F-3040-4977-9E03-CD2B3F55C746}" destId="{8EE2A593-1C46-4BE2-97AE-F0DFCB34101C}" srcOrd="1" destOrd="0" parTransId="{4512755D-81AB-480A-B9A2-A91585CCA228}" sibTransId="{3410FFB9-FBB1-48B1-BFFC-807BB71D58C6}"/>
    <dgm:cxn modelId="{1E1CABF5-B03E-4F0D-AD11-09F094E974CF}" type="presOf" srcId="{EBBC3F3F-3040-4977-9E03-CD2B3F55C746}" destId="{AB26B97A-8D6A-42AE-B259-B389C9BBE477}" srcOrd="0" destOrd="0" presId="urn:microsoft.com/office/officeart/2005/8/layout/vList2"/>
    <dgm:cxn modelId="{A61DE9CA-B6B1-4696-BEC4-918CA4528960}" type="presParOf" srcId="{AB26B97A-8D6A-42AE-B259-B389C9BBE477}" destId="{D124ACBB-4F45-42F3-91E0-00B6B578FC3C}" srcOrd="0" destOrd="0" presId="urn:microsoft.com/office/officeart/2005/8/layout/vList2"/>
    <dgm:cxn modelId="{3E574C23-91D3-4880-9599-695F6BAF3133}" type="presParOf" srcId="{AB26B97A-8D6A-42AE-B259-B389C9BBE477}" destId="{BB4F901E-D91B-49F4-BE8A-709A6710434A}" srcOrd="1" destOrd="0" presId="urn:microsoft.com/office/officeart/2005/8/layout/vList2"/>
    <dgm:cxn modelId="{80B67760-D1BE-4805-AEB4-98477AB3DC01}" type="presParOf" srcId="{AB26B97A-8D6A-42AE-B259-B389C9BBE477}" destId="{7EE8DF1F-8E3B-4864-9E87-472C99DCDC9C}"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93E01148-FBE2-4CD1-9C70-4CB70612779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D2D22F65-9681-4FCD-9AB8-E10629A3021E}">
      <dgm:prSet phldrT="[Text]"/>
      <dgm:spPr/>
      <dgm:t>
        <a:bodyPr/>
        <a:lstStyle/>
        <a:p>
          <a:r>
            <a:rPr lang="en-US" dirty="0"/>
            <a:t>CSM</a:t>
          </a:r>
        </a:p>
      </dgm:t>
    </dgm:pt>
    <dgm:pt modelId="{205DDEA0-596F-49A2-99CB-DBB89D2AC876}" type="parTrans" cxnId="{904FF18E-41E9-40FC-B6ED-D129AF813ADF}">
      <dgm:prSet/>
      <dgm:spPr/>
      <dgm:t>
        <a:bodyPr/>
        <a:lstStyle/>
        <a:p>
          <a:endParaRPr lang="en-US"/>
        </a:p>
      </dgm:t>
    </dgm:pt>
    <dgm:pt modelId="{D7F704A6-6B9A-492E-AEAF-0A4F03C93DE4}" type="sibTrans" cxnId="{904FF18E-41E9-40FC-B6ED-D129AF813ADF}">
      <dgm:prSet/>
      <dgm:spPr/>
      <dgm:t>
        <a:bodyPr/>
        <a:lstStyle/>
        <a:p>
          <a:endParaRPr lang="en-US"/>
        </a:p>
      </dgm:t>
    </dgm:pt>
    <dgm:pt modelId="{C7F11D40-4874-40EF-9487-93D4F2E1D9E2}">
      <dgm:prSet phldrT="[Text]"/>
      <dgm:spPr/>
      <dgm:t>
        <a:bodyPr/>
        <a:lstStyle/>
        <a:p>
          <a:r>
            <a:rPr lang="en-US" dirty="0"/>
            <a:t>PRIMITIVES</a:t>
          </a:r>
        </a:p>
      </dgm:t>
    </dgm:pt>
    <dgm:pt modelId="{AA1A119D-E88C-430D-B5EB-A2AAFE35B6A2}" type="parTrans" cxnId="{BCF455C7-532A-47BB-90E8-586100BCDCDC}">
      <dgm:prSet/>
      <dgm:spPr/>
      <dgm:t>
        <a:bodyPr/>
        <a:lstStyle/>
        <a:p>
          <a:endParaRPr lang="en-US"/>
        </a:p>
      </dgm:t>
    </dgm:pt>
    <dgm:pt modelId="{A63C6DE2-512F-462B-947B-A53E5573C570}" type="sibTrans" cxnId="{BCF455C7-532A-47BB-90E8-586100BCDCDC}">
      <dgm:prSet/>
      <dgm:spPr/>
      <dgm:t>
        <a:bodyPr/>
        <a:lstStyle/>
        <a:p>
          <a:endParaRPr lang="en-US"/>
        </a:p>
      </dgm:t>
    </dgm:pt>
    <dgm:pt modelId="{30A17010-48D3-4866-A894-9C5CC69DA2A8}">
      <dgm:prSet phldrT="[Text]"/>
      <dgm:spPr/>
      <dgm:t>
        <a:bodyPr/>
        <a:lstStyle/>
        <a:p>
          <a:r>
            <a:rPr lang="en-US" dirty="0"/>
            <a:t>KEY MANAGEMENT</a:t>
          </a:r>
        </a:p>
      </dgm:t>
    </dgm:pt>
    <dgm:pt modelId="{1689F0B5-52B8-45F0-A60B-EEECEE2116E8}" type="parTrans" cxnId="{996ECC0B-8BEB-47E6-9747-81826B811ABF}">
      <dgm:prSet/>
      <dgm:spPr/>
      <dgm:t>
        <a:bodyPr/>
        <a:lstStyle/>
        <a:p>
          <a:endParaRPr lang="en-US"/>
        </a:p>
      </dgm:t>
    </dgm:pt>
    <dgm:pt modelId="{C435A3E5-43C9-4E1E-9066-5E5F2973C143}" type="sibTrans" cxnId="{996ECC0B-8BEB-47E6-9747-81826B811ABF}">
      <dgm:prSet/>
      <dgm:spPr/>
      <dgm:t>
        <a:bodyPr/>
        <a:lstStyle/>
        <a:p>
          <a:endParaRPr lang="en-US"/>
        </a:p>
      </dgm:t>
    </dgm:pt>
    <dgm:pt modelId="{268B692E-E333-4084-BCF9-988DB93410B2}">
      <dgm:prSet phldrT="[Text]"/>
      <dgm:spPr/>
      <dgm:t>
        <a:bodyPr/>
        <a:lstStyle/>
        <a:p>
          <a:r>
            <a:rPr lang="en-US" dirty="0"/>
            <a:t>JOBS</a:t>
          </a:r>
        </a:p>
      </dgm:t>
    </dgm:pt>
    <dgm:pt modelId="{8EABAF4A-B06A-4900-B471-84E261A0CFAD}" type="parTrans" cxnId="{10DD891D-304D-4999-B258-6ACA48AC0E12}">
      <dgm:prSet/>
      <dgm:spPr/>
      <dgm:t>
        <a:bodyPr/>
        <a:lstStyle/>
        <a:p>
          <a:endParaRPr lang="en-US"/>
        </a:p>
      </dgm:t>
    </dgm:pt>
    <dgm:pt modelId="{07A4E672-7398-4157-A9F4-217154EA3891}" type="sibTrans" cxnId="{10DD891D-304D-4999-B258-6ACA48AC0E12}">
      <dgm:prSet/>
      <dgm:spPr/>
      <dgm:t>
        <a:bodyPr/>
        <a:lstStyle/>
        <a:p>
          <a:endParaRPr lang="en-US"/>
        </a:p>
      </dgm:t>
    </dgm:pt>
    <dgm:pt modelId="{626F6329-44EF-4266-9AF1-186973F2BD98}">
      <dgm:prSet phldrT="[Text]"/>
      <dgm:spPr/>
      <dgm:t>
        <a:bodyPr/>
        <a:lstStyle/>
        <a:p>
          <a:r>
            <a:rPr lang="en-US"/>
            <a:t>KEYS</a:t>
          </a:r>
          <a:endParaRPr lang="en-US" dirty="0"/>
        </a:p>
      </dgm:t>
    </dgm:pt>
    <dgm:pt modelId="{1B7A92E3-EB99-4620-BD8A-D880D8128512}" type="parTrans" cxnId="{1664885E-B184-44BD-99AC-38BB276C6F74}">
      <dgm:prSet/>
      <dgm:spPr/>
      <dgm:t>
        <a:bodyPr/>
        <a:lstStyle/>
        <a:p>
          <a:endParaRPr lang="en-US"/>
        </a:p>
      </dgm:t>
    </dgm:pt>
    <dgm:pt modelId="{1B356AD4-A7E6-4B72-AE2A-82AF3C00DF7B}" type="sibTrans" cxnId="{1664885E-B184-44BD-99AC-38BB276C6F74}">
      <dgm:prSet/>
      <dgm:spPr/>
      <dgm:t>
        <a:bodyPr/>
        <a:lstStyle/>
        <a:p>
          <a:endParaRPr lang="en-US"/>
        </a:p>
      </dgm:t>
    </dgm:pt>
    <dgm:pt modelId="{81A9A087-DB81-46D5-9B08-AFA493BC5D1D}" type="pres">
      <dgm:prSet presAssocID="{93E01148-FBE2-4CD1-9C70-4CB70612779E}" presName="hierChild1" presStyleCnt="0">
        <dgm:presLayoutVars>
          <dgm:orgChart val="1"/>
          <dgm:chPref val="1"/>
          <dgm:dir/>
          <dgm:animOne val="branch"/>
          <dgm:animLvl val="lvl"/>
          <dgm:resizeHandles/>
        </dgm:presLayoutVars>
      </dgm:prSet>
      <dgm:spPr/>
    </dgm:pt>
    <dgm:pt modelId="{FC30BBB3-6F2F-4E90-9AD9-C0542B921877}" type="pres">
      <dgm:prSet presAssocID="{D2D22F65-9681-4FCD-9AB8-E10629A3021E}" presName="hierRoot1" presStyleCnt="0">
        <dgm:presLayoutVars>
          <dgm:hierBranch val="init"/>
        </dgm:presLayoutVars>
      </dgm:prSet>
      <dgm:spPr/>
    </dgm:pt>
    <dgm:pt modelId="{1E4B8547-2FBD-4C78-9A76-8BF563A13A01}" type="pres">
      <dgm:prSet presAssocID="{D2D22F65-9681-4FCD-9AB8-E10629A3021E}" presName="rootComposite1" presStyleCnt="0"/>
      <dgm:spPr/>
    </dgm:pt>
    <dgm:pt modelId="{58092678-4049-475F-8FCE-89F00E1415D0}" type="pres">
      <dgm:prSet presAssocID="{D2D22F65-9681-4FCD-9AB8-E10629A3021E}" presName="rootText1" presStyleLbl="node0" presStyleIdx="0" presStyleCnt="1">
        <dgm:presLayoutVars>
          <dgm:chPref val="3"/>
        </dgm:presLayoutVars>
      </dgm:prSet>
      <dgm:spPr/>
    </dgm:pt>
    <dgm:pt modelId="{BF398CD0-BDE7-4955-AEBA-11EE14FD6DAB}" type="pres">
      <dgm:prSet presAssocID="{D2D22F65-9681-4FCD-9AB8-E10629A3021E}" presName="rootConnector1" presStyleLbl="node1" presStyleIdx="0" presStyleCnt="0"/>
      <dgm:spPr/>
    </dgm:pt>
    <dgm:pt modelId="{FE430E01-E960-4CCF-BC5D-C18EEA88F293}" type="pres">
      <dgm:prSet presAssocID="{D2D22F65-9681-4FCD-9AB8-E10629A3021E}" presName="hierChild2" presStyleCnt="0"/>
      <dgm:spPr/>
    </dgm:pt>
    <dgm:pt modelId="{25E7C8C6-9A8A-45D4-945E-374EC75DF759}" type="pres">
      <dgm:prSet presAssocID="{1B7A92E3-EB99-4620-BD8A-D880D8128512}" presName="Name37" presStyleLbl="parChTrans1D2" presStyleIdx="0" presStyleCnt="4"/>
      <dgm:spPr/>
    </dgm:pt>
    <dgm:pt modelId="{9B1C48DE-AC1A-4572-B758-8F533BEE7944}" type="pres">
      <dgm:prSet presAssocID="{626F6329-44EF-4266-9AF1-186973F2BD98}" presName="hierRoot2" presStyleCnt="0">
        <dgm:presLayoutVars>
          <dgm:hierBranch val="init"/>
        </dgm:presLayoutVars>
      </dgm:prSet>
      <dgm:spPr/>
    </dgm:pt>
    <dgm:pt modelId="{5F49DC2A-7171-44FF-9E63-4D43E3AC96B2}" type="pres">
      <dgm:prSet presAssocID="{626F6329-44EF-4266-9AF1-186973F2BD98}" presName="rootComposite" presStyleCnt="0"/>
      <dgm:spPr/>
    </dgm:pt>
    <dgm:pt modelId="{C44EE7DE-0F21-4599-9CF2-7AB99DE8760D}" type="pres">
      <dgm:prSet presAssocID="{626F6329-44EF-4266-9AF1-186973F2BD98}" presName="rootText" presStyleLbl="node2" presStyleIdx="0" presStyleCnt="4">
        <dgm:presLayoutVars>
          <dgm:chPref val="3"/>
        </dgm:presLayoutVars>
      </dgm:prSet>
      <dgm:spPr/>
    </dgm:pt>
    <dgm:pt modelId="{1003A7AD-FB57-406D-B2E7-84B1EB6B9D08}" type="pres">
      <dgm:prSet presAssocID="{626F6329-44EF-4266-9AF1-186973F2BD98}" presName="rootConnector" presStyleLbl="node2" presStyleIdx="0" presStyleCnt="4"/>
      <dgm:spPr/>
    </dgm:pt>
    <dgm:pt modelId="{F97F4814-2E0D-4347-B98B-272A5FC818BF}" type="pres">
      <dgm:prSet presAssocID="{626F6329-44EF-4266-9AF1-186973F2BD98}" presName="hierChild4" presStyleCnt="0"/>
      <dgm:spPr/>
    </dgm:pt>
    <dgm:pt modelId="{9BE64FE1-0A83-4F65-B912-ECCBA8E01167}" type="pres">
      <dgm:prSet presAssocID="{626F6329-44EF-4266-9AF1-186973F2BD98}" presName="hierChild5" presStyleCnt="0"/>
      <dgm:spPr/>
    </dgm:pt>
    <dgm:pt modelId="{AC75A0F8-5D98-4C2E-B8C7-24E3B4CF24F3}" type="pres">
      <dgm:prSet presAssocID="{AA1A119D-E88C-430D-B5EB-A2AAFE35B6A2}" presName="Name37" presStyleLbl="parChTrans1D2" presStyleIdx="1" presStyleCnt="4"/>
      <dgm:spPr/>
    </dgm:pt>
    <dgm:pt modelId="{2DFD2D92-78DB-4BAE-97BC-E4C614140B2B}" type="pres">
      <dgm:prSet presAssocID="{C7F11D40-4874-40EF-9487-93D4F2E1D9E2}" presName="hierRoot2" presStyleCnt="0">
        <dgm:presLayoutVars>
          <dgm:hierBranch val="init"/>
        </dgm:presLayoutVars>
      </dgm:prSet>
      <dgm:spPr/>
    </dgm:pt>
    <dgm:pt modelId="{6660480D-5A80-4C5B-B3F1-9C1576090C76}" type="pres">
      <dgm:prSet presAssocID="{C7F11D40-4874-40EF-9487-93D4F2E1D9E2}" presName="rootComposite" presStyleCnt="0"/>
      <dgm:spPr/>
    </dgm:pt>
    <dgm:pt modelId="{489A4336-F543-41E8-A670-CCE621C64AB9}" type="pres">
      <dgm:prSet presAssocID="{C7F11D40-4874-40EF-9487-93D4F2E1D9E2}" presName="rootText" presStyleLbl="node2" presStyleIdx="1" presStyleCnt="4">
        <dgm:presLayoutVars>
          <dgm:chPref val="3"/>
        </dgm:presLayoutVars>
      </dgm:prSet>
      <dgm:spPr/>
    </dgm:pt>
    <dgm:pt modelId="{691825E3-4980-4B2F-9F29-E3CCB740E294}" type="pres">
      <dgm:prSet presAssocID="{C7F11D40-4874-40EF-9487-93D4F2E1D9E2}" presName="rootConnector" presStyleLbl="node2" presStyleIdx="1" presStyleCnt="4"/>
      <dgm:spPr/>
    </dgm:pt>
    <dgm:pt modelId="{1D175B04-C81E-4840-9F54-4D8966A61C7F}" type="pres">
      <dgm:prSet presAssocID="{C7F11D40-4874-40EF-9487-93D4F2E1D9E2}" presName="hierChild4" presStyleCnt="0"/>
      <dgm:spPr/>
    </dgm:pt>
    <dgm:pt modelId="{BA21EA79-A033-4120-94B8-07CAEEEB1506}" type="pres">
      <dgm:prSet presAssocID="{C7F11D40-4874-40EF-9487-93D4F2E1D9E2}" presName="hierChild5" presStyleCnt="0"/>
      <dgm:spPr/>
    </dgm:pt>
    <dgm:pt modelId="{BEBE3405-403D-4516-915E-24E312415129}" type="pres">
      <dgm:prSet presAssocID="{1689F0B5-52B8-45F0-A60B-EEECEE2116E8}" presName="Name37" presStyleLbl="parChTrans1D2" presStyleIdx="2" presStyleCnt="4"/>
      <dgm:spPr/>
    </dgm:pt>
    <dgm:pt modelId="{B8E8577C-F2D4-482A-94FE-CD838B0968AC}" type="pres">
      <dgm:prSet presAssocID="{30A17010-48D3-4866-A894-9C5CC69DA2A8}" presName="hierRoot2" presStyleCnt="0">
        <dgm:presLayoutVars>
          <dgm:hierBranch val="init"/>
        </dgm:presLayoutVars>
      </dgm:prSet>
      <dgm:spPr/>
    </dgm:pt>
    <dgm:pt modelId="{D0E366DA-B9DF-4696-85FE-86CFFFB81CE5}" type="pres">
      <dgm:prSet presAssocID="{30A17010-48D3-4866-A894-9C5CC69DA2A8}" presName="rootComposite" presStyleCnt="0"/>
      <dgm:spPr/>
    </dgm:pt>
    <dgm:pt modelId="{2CE2EC96-1BD6-4326-954B-1F7EBAB4F18F}" type="pres">
      <dgm:prSet presAssocID="{30A17010-48D3-4866-A894-9C5CC69DA2A8}" presName="rootText" presStyleLbl="node2" presStyleIdx="2" presStyleCnt="4">
        <dgm:presLayoutVars>
          <dgm:chPref val="3"/>
        </dgm:presLayoutVars>
      </dgm:prSet>
      <dgm:spPr/>
    </dgm:pt>
    <dgm:pt modelId="{8BCEB068-378C-47F3-A0BB-0A9AB8D70BA2}" type="pres">
      <dgm:prSet presAssocID="{30A17010-48D3-4866-A894-9C5CC69DA2A8}" presName="rootConnector" presStyleLbl="node2" presStyleIdx="2" presStyleCnt="4"/>
      <dgm:spPr/>
    </dgm:pt>
    <dgm:pt modelId="{4249B0B1-B1D1-4772-990C-0E37E9AFC00B}" type="pres">
      <dgm:prSet presAssocID="{30A17010-48D3-4866-A894-9C5CC69DA2A8}" presName="hierChild4" presStyleCnt="0"/>
      <dgm:spPr/>
    </dgm:pt>
    <dgm:pt modelId="{6D2C32ED-73AE-4CC2-A38A-770A0E2EA239}" type="pres">
      <dgm:prSet presAssocID="{30A17010-48D3-4866-A894-9C5CC69DA2A8}" presName="hierChild5" presStyleCnt="0"/>
      <dgm:spPr/>
    </dgm:pt>
    <dgm:pt modelId="{DEEB1BA0-559A-4568-84A4-853F952D3036}" type="pres">
      <dgm:prSet presAssocID="{8EABAF4A-B06A-4900-B471-84E261A0CFAD}" presName="Name37" presStyleLbl="parChTrans1D2" presStyleIdx="3" presStyleCnt="4"/>
      <dgm:spPr/>
    </dgm:pt>
    <dgm:pt modelId="{7924240E-4D2F-4400-AF16-E55CC5A31F1A}" type="pres">
      <dgm:prSet presAssocID="{268B692E-E333-4084-BCF9-988DB93410B2}" presName="hierRoot2" presStyleCnt="0">
        <dgm:presLayoutVars>
          <dgm:hierBranch val="init"/>
        </dgm:presLayoutVars>
      </dgm:prSet>
      <dgm:spPr/>
    </dgm:pt>
    <dgm:pt modelId="{470C471A-FDD2-45FC-B8CB-0045F315F947}" type="pres">
      <dgm:prSet presAssocID="{268B692E-E333-4084-BCF9-988DB93410B2}" presName="rootComposite" presStyleCnt="0"/>
      <dgm:spPr/>
    </dgm:pt>
    <dgm:pt modelId="{D900FB84-9799-4AAA-8C4C-96009DB84A09}" type="pres">
      <dgm:prSet presAssocID="{268B692E-E333-4084-BCF9-988DB93410B2}" presName="rootText" presStyleLbl="node2" presStyleIdx="3" presStyleCnt="4">
        <dgm:presLayoutVars>
          <dgm:chPref val="3"/>
        </dgm:presLayoutVars>
      </dgm:prSet>
      <dgm:spPr/>
    </dgm:pt>
    <dgm:pt modelId="{9A5DC9DB-ACBF-4900-AC1F-164E80E29916}" type="pres">
      <dgm:prSet presAssocID="{268B692E-E333-4084-BCF9-988DB93410B2}" presName="rootConnector" presStyleLbl="node2" presStyleIdx="3" presStyleCnt="4"/>
      <dgm:spPr/>
    </dgm:pt>
    <dgm:pt modelId="{8A82E1E1-374B-462D-BAA4-C08045899628}" type="pres">
      <dgm:prSet presAssocID="{268B692E-E333-4084-BCF9-988DB93410B2}" presName="hierChild4" presStyleCnt="0"/>
      <dgm:spPr/>
    </dgm:pt>
    <dgm:pt modelId="{6BF051FA-0941-40BE-9ED2-CECD53147F15}" type="pres">
      <dgm:prSet presAssocID="{268B692E-E333-4084-BCF9-988DB93410B2}" presName="hierChild5" presStyleCnt="0"/>
      <dgm:spPr/>
    </dgm:pt>
    <dgm:pt modelId="{02E545C5-66C2-485E-9477-33283DD47787}" type="pres">
      <dgm:prSet presAssocID="{D2D22F65-9681-4FCD-9AB8-E10629A3021E}" presName="hierChild3" presStyleCnt="0"/>
      <dgm:spPr/>
    </dgm:pt>
  </dgm:ptLst>
  <dgm:cxnLst>
    <dgm:cxn modelId="{996ECC0B-8BEB-47E6-9747-81826B811ABF}" srcId="{D2D22F65-9681-4FCD-9AB8-E10629A3021E}" destId="{30A17010-48D3-4866-A894-9C5CC69DA2A8}" srcOrd="2" destOrd="0" parTransId="{1689F0B5-52B8-45F0-A60B-EEECEE2116E8}" sibTransId="{C435A3E5-43C9-4E1E-9066-5E5F2973C143}"/>
    <dgm:cxn modelId="{4171A112-BC89-4827-8FD1-FA335F335A3F}" type="presOf" srcId="{268B692E-E333-4084-BCF9-988DB93410B2}" destId="{9A5DC9DB-ACBF-4900-AC1F-164E80E29916}" srcOrd="1" destOrd="0" presId="urn:microsoft.com/office/officeart/2005/8/layout/orgChart1"/>
    <dgm:cxn modelId="{10DD891D-304D-4999-B258-6ACA48AC0E12}" srcId="{D2D22F65-9681-4FCD-9AB8-E10629A3021E}" destId="{268B692E-E333-4084-BCF9-988DB93410B2}" srcOrd="3" destOrd="0" parTransId="{8EABAF4A-B06A-4900-B471-84E261A0CFAD}" sibTransId="{07A4E672-7398-4157-A9F4-217154EA3891}"/>
    <dgm:cxn modelId="{A9517029-A6E3-4DFD-8787-156630653B57}" type="presOf" srcId="{D2D22F65-9681-4FCD-9AB8-E10629A3021E}" destId="{BF398CD0-BDE7-4955-AEBA-11EE14FD6DAB}" srcOrd="1" destOrd="0" presId="urn:microsoft.com/office/officeart/2005/8/layout/orgChart1"/>
    <dgm:cxn modelId="{F2BB0630-A8AF-4C58-B518-B91B066F1686}" type="presOf" srcId="{30A17010-48D3-4866-A894-9C5CC69DA2A8}" destId="{8BCEB068-378C-47F3-A0BB-0A9AB8D70BA2}" srcOrd="1" destOrd="0" presId="urn:microsoft.com/office/officeart/2005/8/layout/orgChart1"/>
    <dgm:cxn modelId="{68DFC332-B01C-4A4D-98FE-35B2C2DB5A3F}" type="presOf" srcId="{93E01148-FBE2-4CD1-9C70-4CB70612779E}" destId="{81A9A087-DB81-46D5-9B08-AFA493BC5D1D}" srcOrd="0" destOrd="0" presId="urn:microsoft.com/office/officeart/2005/8/layout/orgChart1"/>
    <dgm:cxn modelId="{1664885E-B184-44BD-99AC-38BB276C6F74}" srcId="{D2D22F65-9681-4FCD-9AB8-E10629A3021E}" destId="{626F6329-44EF-4266-9AF1-186973F2BD98}" srcOrd="0" destOrd="0" parTransId="{1B7A92E3-EB99-4620-BD8A-D880D8128512}" sibTransId="{1B356AD4-A7E6-4B72-AE2A-82AF3C00DF7B}"/>
    <dgm:cxn modelId="{1091C94C-E54A-4D67-9B10-FB8DE4B44DFB}" type="presOf" srcId="{8EABAF4A-B06A-4900-B471-84E261A0CFAD}" destId="{DEEB1BA0-559A-4568-84A4-853F952D3036}" srcOrd="0" destOrd="0" presId="urn:microsoft.com/office/officeart/2005/8/layout/orgChart1"/>
    <dgm:cxn modelId="{3D25ED71-77D7-4E24-B2AF-E81DB5FB3AB2}" type="presOf" srcId="{268B692E-E333-4084-BCF9-988DB93410B2}" destId="{D900FB84-9799-4AAA-8C4C-96009DB84A09}" srcOrd="0" destOrd="0" presId="urn:microsoft.com/office/officeart/2005/8/layout/orgChart1"/>
    <dgm:cxn modelId="{621F5B76-E206-405D-91A1-722882B01952}" type="presOf" srcId="{D2D22F65-9681-4FCD-9AB8-E10629A3021E}" destId="{58092678-4049-475F-8FCE-89F00E1415D0}" srcOrd="0" destOrd="0" presId="urn:microsoft.com/office/officeart/2005/8/layout/orgChart1"/>
    <dgm:cxn modelId="{904FF18E-41E9-40FC-B6ED-D129AF813ADF}" srcId="{93E01148-FBE2-4CD1-9C70-4CB70612779E}" destId="{D2D22F65-9681-4FCD-9AB8-E10629A3021E}" srcOrd="0" destOrd="0" parTransId="{205DDEA0-596F-49A2-99CB-DBB89D2AC876}" sibTransId="{D7F704A6-6B9A-492E-AEAF-0A4F03C93DE4}"/>
    <dgm:cxn modelId="{932152AE-26B4-4F27-B371-1E069D4E6D11}" type="presOf" srcId="{C7F11D40-4874-40EF-9487-93D4F2E1D9E2}" destId="{691825E3-4980-4B2F-9F29-E3CCB740E294}" srcOrd="1" destOrd="0" presId="urn:microsoft.com/office/officeart/2005/8/layout/orgChart1"/>
    <dgm:cxn modelId="{C1C781AE-A721-40D9-8DC9-4CD56B4930FB}" type="presOf" srcId="{30A17010-48D3-4866-A894-9C5CC69DA2A8}" destId="{2CE2EC96-1BD6-4326-954B-1F7EBAB4F18F}" srcOrd="0" destOrd="0" presId="urn:microsoft.com/office/officeart/2005/8/layout/orgChart1"/>
    <dgm:cxn modelId="{513ABBB4-CF02-4FEF-86A0-46B7E5ECD600}" type="presOf" srcId="{1B7A92E3-EB99-4620-BD8A-D880D8128512}" destId="{25E7C8C6-9A8A-45D4-945E-374EC75DF759}" srcOrd="0" destOrd="0" presId="urn:microsoft.com/office/officeart/2005/8/layout/orgChart1"/>
    <dgm:cxn modelId="{221286B6-FBB9-49B8-AA98-04FCCA1E4377}" type="presOf" srcId="{626F6329-44EF-4266-9AF1-186973F2BD98}" destId="{1003A7AD-FB57-406D-B2E7-84B1EB6B9D08}" srcOrd="1" destOrd="0" presId="urn:microsoft.com/office/officeart/2005/8/layout/orgChart1"/>
    <dgm:cxn modelId="{B55CADB7-C772-4CA6-85B8-F6103D3F0F45}" type="presOf" srcId="{626F6329-44EF-4266-9AF1-186973F2BD98}" destId="{C44EE7DE-0F21-4599-9CF2-7AB99DE8760D}" srcOrd="0" destOrd="0" presId="urn:microsoft.com/office/officeart/2005/8/layout/orgChart1"/>
    <dgm:cxn modelId="{BCF455C7-532A-47BB-90E8-586100BCDCDC}" srcId="{D2D22F65-9681-4FCD-9AB8-E10629A3021E}" destId="{C7F11D40-4874-40EF-9487-93D4F2E1D9E2}" srcOrd="1" destOrd="0" parTransId="{AA1A119D-E88C-430D-B5EB-A2AAFE35B6A2}" sibTransId="{A63C6DE2-512F-462B-947B-A53E5573C570}"/>
    <dgm:cxn modelId="{A33870CA-B594-4F36-883C-C712A750E587}" type="presOf" srcId="{AA1A119D-E88C-430D-B5EB-A2AAFE35B6A2}" destId="{AC75A0F8-5D98-4C2E-B8C7-24E3B4CF24F3}" srcOrd="0" destOrd="0" presId="urn:microsoft.com/office/officeart/2005/8/layout/orgChart1"/>
    <dgm:cxn modelId="{C51DC4D4-62AA-4867-84BC-C288F490DACE}" type="presOf" srcId="{1689F0B5-52B8-45F0-A60B-EEECEE2116E8}" destId="{BEBE3405-403D-4516-915E-24E312415129}" srcOrd="0" destOrd="0" presId="urn:microsoft.com/office/officeart/2005/8/layout/orgChart1"/>
    <dgm:cxn modelId="{209909E5-FFD4-4C1F-9814-694BDECCE878}" type="presOf" srcId="{C7F11D40-4874-40EF-9487-93D4F2E1D9E2}" destId="{489A4336-F543-41E8-A670-CCE621C64AB9}" srcOrd="0" destOrd="0" presId="urn:microsoft.com/office/officeart/2005/8/layout/orgChart1"/>
    <dgm:cxn modelId="{F94F6FC1-7EA4-4D42-B357-5004CBBA0F39}" type="presParOf" srcId="{81A9A087-DB81-46D5-9B08-AFA493BC5D1D}" destId="{FC30BBB3-6F2F-4E90-9AD9-C0542B921877}" srcOrd="0" destOrd="0" presId="urn:microsoft.com/office/officeart/2005/8/layout/orgChart1"/>
    <dgm:cxn modelId="{EF7FAAAC-6624-45A7-BF3F-174AD589A5A7}" type="presParOf" srcId="{FC30BBB3-6F2F-4E90-9AD9-C0542B921877}" destId="{1E4B8547-2FBD-4C78-9A76-8BF563A13A01}" srcOrd="0" destOrd="0" presId="urn:microsoft.com/office/officeart/2005/8/layout/orgChart1"/>
    <dgm:cxn modelId="{D4719EFE-F1CD-4F45-8761-DD9D3BFD3A00}" type="presParOf" srcId="{1E4B8547-2FBD-4C78-9A76-8BF563A13A01}" destId="{58092678-4049-475F-8FCE-89F00E1415D0}" srcOrd="0" destOrd="0" presId="urn:microsoft.com/office/officeart/2005/8/layout/orgChart1"/>
    <dgm:cxn modelId="{776A3B65-2506-4267-B480-F487AD5884F6}" type="presParOf" srcId="{1E4B8547-2FBD-4C78-9A76-8BF563A13A01}" destId="{BF398CD0-BDE7-4955-AEBA-11EE14FD6DAB}" srcOrd="1" destOrd="0" presId="urn:microsoft.com/office/officeart/2005/8/layout/orgChart1"/>
    <dgm:cxn modelId="{D9C6369B-5FC0-49AC-B68C-D1A2C3A2D2AA}" type="presParOf" srcId="{FC30BBB3-6F2F-4E90-9AD9-C0542B921877}" destId="{FE430E01-E960-4CCF-BC5D-C18EEA88F293}" srcOrd="1" destOrd="0" presId="urn:microsoft.com/office/officeart/2005/8/layout/orgChart1"/>
    <dgm:cxn modelId="{2B056286-56D9-4D7C-B3EC-B58246039B8D}" type="presParOf" srcId="{FE430E01-E960-4CCF-BC5D-C18EEA88F293}" destId="{25E7C8C6-9A8A-45D4-945E-374EC75DF759}" srcOrd="0" destOrd="0" presId="urn:microsoft.com/office/officeart/2005/8/layout/orgChart1"/>
    <dgm:cxn modelId="{6E86CD6C-D279-4329-9FEF-E89DC24BC167}" type="presParOf" srcId="{FE430E01-E960-4CCF-BC5D-C18EEA88F293}" destId="{9B1C48DE-AC1A-4572-B758-8F533BEE7944}" srcOrd="1" destOrd="0" presId="urn:microsoft.com/office/officeart/2005/8/layout/orgChart1"/>
    <dgm:cxn modelId="{D0F57B5B-E129-4449-A93D-5E1F798B69F6}" type="presParOf" srcId="{9B1C48DE-AC1A-4572-B758-8F533BEE7944}" destId="{5F49DC2A-7171-44FF-9E63-4D43E3AC96B2}" srcOrd="0" destOrd="0" presId="urn:microsoft.com/office/officeart/2005/8/layout/orgChart1"/>
    <dgm:cxn modelId="{33BBD770-C2D4-4903-A0CA-B5B9C703BBA8}" type="presParOf" srcId="{5F49DC2A-7171-44FF-9E63-4D43E3AC96B2}" destId="{C44EE7DE-0F21-4599-9CF2-7AB99DE8760D}" srcOrd="0" destOrd="0" presId="urn:microsoft.com/office/officeart/2005/8/layout/orgChart1"/>
    <dgm:cxn modelId="{8485472A-5BD7-428F-9865-D5689427B2C9}" type="presParOf" srcId="{5F49DC2A-7171-44FF-9E63-4D43E3AC96B2}" destId="{1003A7AD-FB57-406D-B2E7-84B1EB6B9D08}" srcOrd="1" destOrd="0" presId="urn:microsoft.com/office/officeart/2005/8/layout/orgChart1"/>
    <dgm:cxn modelId="{BD4AF096-307C-4D42-8515-9A68A7CF1C80}" type="presParOf" srcId="{9B1C48DE-AC1A-4572-B758-8F533BEE7944}" destId="{F97F4814-2E0D-4347-B98B-272A5FC818BF}" srcOrd="1" destOrd="0" presId="urn:microsoft.com/office/officeart/2005/8/layout/orgChart1"/>
    <dgm:cxn modelId="{F3809BE0-C81F-4636-BF55-EB61FC995D14}" type="presParOf" srcId="{9B1C48DE-AC1A-4572-B758-8F533BEE7944}" destId="{9BE64FE1-0A83-4F65-B912-ECCBA8E01167}" srcOrd="2" destOrd="0" presId="urn:microsoft.com/office/officeart/2005/8/layout/orgChart1"/>
    <dgm:cxn modelId="{4315B222-2EBB-4C29-8D70-54A5C2ACE264}" type="presParOf" srcId="{FE430E01-E960-4CCF-BC5D-C18EEA88F293}" destId="{AC75A0F8-5D98-4C2E-B8C7-24E3B4CF24F3}" srcOrd="2" destOrd="0" presId="urn:microsoft.com/office/officeart/2005/8/layout/orgChart1"/>
    <dgm:cxn modelId="{B1129D75-7BCB-497C-A4A3-C755539B3690}" type="presParOf" srcId="{FE430E01-E960-4CCF-BC5D-C18EEA88F293}" destId="{2DFD2D92-78DB-4BAE-97BC-E4C614140B2B}" srcOrd="3" destOrd="0" presId="urn:microsoft.com/office/officeart/2005/8/layout/orgChart1"/>
    <dgm:cxn modelId="{FDDE7A9B-34F3-4520-BBCA-F822C6F58722}" type="presParOf" srcId="{2DFD2D92-78DB-4BAE-97BC-E4C614140B2B}" destId="{6660480D-5A80-4C5B-B3F1-9C1576090C76}" srcOrd="0" destOrd="0" presId="urn:microsoft.com/office/officeart/2005/8/layout/orgChart1"/>
    <dgm:cxn modelId="{35655B35-E78D-4842-97D4-84DAFEA360A2}" type="presParOf" srcId="{6660480D-5A80-4C5B-B3F1-9C1576090C76}" destId="{489A4336-F543-41E8-A670-CCE621C64AB9}" srcOrd="0" destOrd="0" presId="urn:microsoft.com/office/officeart/2005/8/layout/orgChart1"/>
    <dgm:cxn modelId="{688378DD-C1C0-4DBA-BE4F-CD0D65AD1088}" type="presParOf" srcId="{6660480D-5A80-4C5B-B3F1-9C1576090C76}" destId="{691825E3-4980-4B2F-9F29-E3CCB740E294}" srcOrd="1" destOrd="0" presId="urn:microsoft.com/office/officeart/2005/8/layout/orgChart1"/>
    <dgm:cxn modelId="{6463FAC0-47A3-4886-B8C8-2AC048B3ABA4}" type="presParOf" srcId="{2DFD2D92-78DB-4BAE-97BC-E4C614140B2B}" destId="{1D175B04-C81E-4840-9F54-4D8966A61C7F}" srcOrd="1" destOrd="0" presId="urn:microsoft.com/office/officeart/2005/8/layout/orgChart1"/>
    <dgm:cxn modelId="{4A14DBA0-86FF-4B37-BAA1-28517E3A7CFA}" type="presParOf" srcId="{2DFD2D92-78DB-4BAE-97BC-E4C614140B2B}" destId="{BA21EA79-A033-4120-94B8-07CAEEEB1506}" srcOrd="2" destOrd="0" presId="urn:microsoft.com/office/officeart/2005/8/layout/orgChart1"/>
    <dgm:cxn modelId="{ED1CE2A1-4723-4F09-9EF0-7ADA212178B3}" type="presParOf" srcId="{FE430E01-E960-4CCF-BC5D-C18EEA88F293}" destId="{BEBE3405-403D-4516-915E-24E312415129}" srcOrd="4" destOrd="0" presId="urn:microsoft.com/office/officeart/2005/8/layout/orgChart1"/>
    <dgm:cxn modelId="{B98AE269-2404-4685-B9C6-ED85356DCAE5}" type="presParOf" srcId="{FE430E01-E960-4CCF-BC5D-C18EEA88F293}" destId="{B8E8577C-F2D4-482A-94FE-CD838B0968AC}" srcOrd="5" destOrd="0" presId="urn:microsoft.com/office/officeart/2005/8/layout/orgChart1"/>
    <dgm:cxn modelId="{F09347BC-790E-428B-BF91-7B2882A3BC26}" type="presParOf" srcId="{B8E8577C-F2D4-482A-94FE-CD838B0968AC}" destId="{D0E366DA-B9DF-4696-85FE-86CFFFB81CE5}" srcOrd="0" destOrd="0" presId="urn:microsoft.com/office/officeart/2005/8/layout/orgChart1"/>
    <dgm:cxn modelId="{9BB810E8-DBEC-4F33-8F7A-E0862ADD8CE6}" type="presParOf" srcId="{D0E366DA-B9DF-4696-85FE-86CFFFB81CE5}" destId="{2CE2EC96-1BD6-4326-954B-1F7EBAB4F18F}" srcOrd="0" destOrd="0" presId="urn:microsoft.com/office/officeart/2005/8/layout/orgChart1"/>
    <dgm:cxn modelId="{8B8BDDAD-4491-469B-84C3-30D5A0A09E9F}" type="presParOf" srcId="{D0E366DA-B9DF-4696-85FE-86CFFFB81CE5}" destId="{8BCEB068-378C-47F3-A0BB-0A9AB8D70BA2}" srcOrd="1" destOrd="0" presId="urn:microsoft.com/office/officeart/2005/8/layout/orgChart1"/>
    <dgm:cxn modelId="{7606EE02-037A-4C6E-85A4-EE62E441E403}" type="presParOf" srcId="{B8E8577C-F2D4-482A-94FE-CD838B0968AC}" destId="{4249B0B1-B1D1-4772-990C-0E37E9AFC00B}" srcOrd="1" destOrd="0" presId="urn:microsoft.com/office/officeart/2005/8/layout/orgChart1"/>
    <dgm:cxn modelId="{4F6AF057-1545-4FA4-99B6-04D2A89BB466}" type="presParOf" srcId="{B8E8577C-F2D4-482A-94FE-CD838B0968AC}" destId="{6D2C32ED-73AE-4CC2-A38A-770A0E2EA239}" srcOrd="2" destOrd="0" presId="urn:microsoft.com/office/officeart/2005/8/layout/orgChart1"/>
    <dgm:cxn modelId="{3B40FE5F-8BA3-48EF-A5B2-61A2F6B7247D}" type="presParOf" srcId="{FE430E01-E960-4CCF-BC5D-C18EEA88F293}" destId="{DEEB1BA0-559A-4568-84A4-853F952D3036}" srcOrd="6" destOrd="0" presId="urn:microsoft.com/office/officeart/2005/8/layout/orgChart1"/>
    <dgm:cxn modelId="{5E3E1293-671D-47F7-B49E-1D4242FC3B97}" type="presParOf" srcId="{FE430E01-E960-4CCF-BC5D-C18EEA88F293}" destId="{7924240E-4D2F-4400-AF16-E55CC5A31F1A}" srcOrd="7" destOrd="0" presId="urn:microsoft.com/office/officeart/2005/8/layout/orgChart1"/>
    <dgm:cxn modelId="{92403FFC-1003-4222-9173-05AE49DECECB}" type="presParOf" srcId="{7924240E-4D2F-4400-AF16-E55CC5A31F1A}" destId="{470C471A-FDD2-45FC-B8CB-0045F315F947}" srcOrd="0" destOrd="0" presId="urn:microsoft.com/office/officeart/2005/8/layout/orgChart1"/>
    <dgm:cxn modelId="{51C1A7C1-B2C6-41CB-B2C5-A5BFFDABB14C}" type="presParOf" srcId="{470C471A-FDD2-45FC-B8CB-0045F315F947}" destId="{D900FB84-9799-4AAA-8C4C-96009DB84A09}" srcOrd="0" destOrd="0" presId="urn:microsoft.com/office/officeart/2005/8/layout/orgChart1"/>
    <dgm:cxn modelId="{0B04BB19-B9DB-4B7D-A8C0-6151113F4373}" type="presParOf" srcId="{470C471A-FDD2-45FC-B8CB-0045F315F947}" destId="{9A5DC9DB-ACBF-4900-AC1F-164E80E29916}" srcOrd="1" destOrd="0" presId="urn:microsoft.com/office/officeart/2005/8/layout/orgChart1"/>
    <dgm:cxn modelId="{E7FBDC31-B4B1-47E5-BA6F-36D16CF2923F}" type="presParOf" srcId="{7924240E-4D2F-4400-AF16-E55CC5A31F1A}" destId="{8A82E1E1-374B-462D-BAA4-C08045899628}" srcOrd="1" destOrd="0" presId="urn:microsoft.com/office/officeart/2005/8/layout/orgChart1"/>
    <dgm:cxn modelId="{E3BE30BF-F8BC-431A-8C40-B2739152C136}" type="presParOf" srcId="{7924240E-4D2F-4400-AF16-E55CC5A31F1A}" destId="{6BF051FA-0941-40BE-9ED2-CECD53147F15}" srcOrd="2" destOrd="0" presId="urn:microsoft.com/office/officeart/2005/8/layout/orgChart1"/>
    <dgm:cxn modelId="{070EE287-66DB-4388-A26F-D7E64B417308}" type="presParOf" srcId="{FC30BBB3-6F2F-4E90-9AD9-C0542B921877}" destId="{02E545C5-66C2-485E-9477-33283DD4778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3E01148-FBE2-4CD1-9C70-4CB70612779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D2D22F65-9681-4FCD-9AB8-E10629A3021E}">
      <dgm:prSet phldrT="[Text]"/>
      <dgm:spPr/>
      <dgm:t>
        <a:bodyPr/>
        <a:lstStyle/>
        <a:p>
          <a:r>
            <a:rPr lang="en-US" dirty="0"/>
            <a:t>Key Management</a:t>
          </a:r>
        </a:p>
      </dgm:t>
    </dgm:pt>
    <dgm:pt modelId="{205DDEA0-596F-49A2-99CB-DBB89D2AC876}" type="parTrans" cxnId="{904FF18E-41E9-40FC-B6ED-D129AF813ADF}">
      <dgm:prSet/>
      <dgm:spPr/>
      <dgm:t>
        <a:bodyPr/>
        <a:lstStyle/>
        <a:p>
          <a:endParaRPr lang="en-US"/>
        </a:p>
      </dgm:t>
    </dgm:pt>
    <dgm:pt modelId="{D7F704A6-6B9A-492E-AEAF-0A4F03C93DE4}" type="sibTrans" cxnId="{904FF18E-41E9-40FC-B6ED-D129AF813ADF}">
      <dgm:prSet/>
      <dgm:spPr/>
      <dgm:t>
        <a:bodyPr/>
        <a:lstStyle/>
        <a:p>
          <a:endParaRPr lang="en-US"/>
        </a:p>
      </dgm:t>
    </dgm:pt>
    <dgm:pt modelId="{C7F11D40-4874-40EF-9487-93D4F2E1D9E2}">
      <dgm:prSet phldrT="[Text]"/>
      <dgm:spPr/>
      <dgm:t>
        <a:bodyPr/>
        <a:lstStyle/>
        <a:p>
          <a:r>
            <a:rPr lang="en-US" dirty="0"/>
            <a:t>Gen Set-Key</a:t>
          </a:r>
        </a:p>
      </dgm:t>
    </dgm:pt>
    <dgm:pt modelId="{AA1A119D-E88C-430D-B5EB-A2AAFE35B6A2}" type="parTrans" cxnId="{BCF455C7-532A-47BB-90E8-586100BCDCDC}">
      <dgm:prSet/>
      <dgm:spPr/>
      <dgm:t>
        <a:bodyPr/>
        <a:lstStyle/>
        <a:p>
          <a:endParaRPr lang="en-US"/>
        </a:p>
      </dgm:t>
    </dgm:pt>
    <dgm:pt modelId="{A63C6DE2-512F-462B-947B-A53E5573C570}" type="sibTrans" cxnId="{BCF455C7-532A-47BB-90E8-586100BCDCDC}">
      <dgm:prSet/>
      <dgm:spPr/>
      <dgm:t>
        <a:bodyPr/>
        <a:lstStyle/>
        <a:p>
          <a:endParaRPr lang="en-US"/>
        </a:p>
      </dgm:t>
    </dgm:pt>
    <dgm:pt modelId="{30A17010-48D3-4866-A894-9C5CC69DA2A8}">
      <dgm:prSet phldrT="[Text]"/>
      <dgm:spPr/>
      <dgm:t>
        <a:bodyPr/>
        <a:lstStyle/>
        <a:p>
          <a:r>
            <a:rPr lang="en-US" i="1" dirty="0"/>
            <a:t>Get</a:t>
          </a:r>
          <a:r>
            <a:rPr lang="en-US" i="1" baseline="0" dirty="0"/>
            <a:t> - Key</a:t>
          </a:r>
          <a:endParaRPr lang="en-US" i="1" dirty="0"/>
        </a:p>
      </dgm:t>
    </dgm:pt>
    <dgm:pt modelId="{1689F0B5-52B8-45F0-A60B-EEECEE2116E8}" type="parTrans" cxnId="{996ECC0B-8BEB-47E6-9747-81826B811ABF}">
      <dgm:prSet/>
      <dgm:spPr/>
      <dgm:t>
        <a:bodyPr/>
        <a:lstStyle/>
        <a:p>
          <a:endParaRPr lang="en-US"/>
        </a:p>
      </dgm:t>
    </dgm:pt>
    <dgm:pt modelId="{C435A3E5-43C9-4E1E-9066-5E5F2973C143}" type="sibTrans" cxnId="{996ECC0B-8BEB-47E6-9747-81826B811ABF}">
      <dgm:prSet/>
      <dgm:spPr/>
      <dgm:t>
        <a:bodyPr/>
        <a:lstStyle/>
        <a:p>
          <a:endParaRPr lang="en-US"/>
        </a:p>
      </dgm:t>
    </dgm:pt>
    <dgm:pt modelId="{268B692E-E333-4084-BCF9-988DB93410B2}">
      <dgm:prSet phldrT="[Text]"/>
      <dgm:spPr/>
      <dgm:t>
        <a:bodyPr/>
        <a:lstStyle/>
        <a:p>
          <a:r>
            <a:rPr lang="en-US" dirty="0"/>
            <a:t>Set-Key-Valid</a:t>
          </a:r>
        </a:p>
      </dgm:t>
    </dgm:pt>
    <dgm:pt modelId="{8EABAF4A-B06A-4900-B471-84E261A0CFAD}" type="parTrans" cxnId="{10DD891D-304D-4999-B258-6ACA48AC0E12}">
      <dgm:prSet/>
      <dgm:spPr/>
      <dgm:t>
        <a:bodyPr/>
        <a:lstStyle/>
        <a:p>
          <a:endParaRPr lang="en-US"/>
        </a:p>
      </dgm:t>
    </dgm:pt>
    <dgm:pt modelId="{07A4E672-7398-4157-A9F4-217154EA3891}" type="sibTrans" cxnId="{10DD891D-304D-4999-B258-6ACA48AC0E12}">
      <dgm:prSet/>
      <dgm:spPr/>
      <dgm:t>
        <a:bodyPr/>
        <a:lstStyle/>
        <a:p>
          <a:endParaRPr lang="en-US"/>
        </a:p>
      </dgm:t>
    </dgm:pt>
    <dgm:pt modelId="{81A9A087-DB81-46D5-9B08-AFA493BC5D1D}" type="pres">
      <dgm:prSet presAssocID="{93E01148-FBE2-4CD1-9C70-4CB70612779E}" presName="hierChild1" presStyleCnt="0">
        <dgm:presLayoutVars>
          <dgm:orgChart val="1"/>
          <dgm:chPref val="1"/>
          <dgm:dir/>
          <dgm:animOne val="branch"/>
          <dgm:animLvl val="lvl"/>
          <dgm:resizeHandles/>
        </dgm:presLayoutVars>
      </dgm:prSet>
      <dgm:spPr/>
    </dgm:pt>
    <dgm:pt modelId="{FC30BBB3-6F2F-4E90-9AD9-C0542B921877}" type="pres">
      <dgm:prSet presAssocID="{D2D22F65-9681-4FCD-9AB8-E10629A3021E}" presName="hierRoot1" presStyleCnt="0">
        <dgm:presLayoutVars>
          <dgm:hierBranch val="init"/>
        </dgm:presLayoutVars>
      </dgm:prSet>
      <dgm:spPr/>
    </dgm:pt>
    <dgm:pt modelId="{1E4B8547-2FBD-4C78-9A76-8BF563A13A01}" type="pres">
      <dgm:prSet presAssocID="{D2D22F65-9681-4FCD-9AB8-E10629A3021E}" presName="rootComposite1" presStyleCnt="0"/>
      <dgm:spPr/>
    </dgm:pt>
    <dgm:pt modelId="{58092678-4049-475F-8FCE-89F00E1415D0}" type="pres">
      <dgm:prSet presAssocID="{D2D22F65-9681-4FCD-9AB8-E10629A3021E}" presName="rootText1" presStyleLbl="node0" presStyleIdx="0" presStyleCnt="1">
        <dgm:presLayoutVars>
          <dgm:chPref val="3"/>
        </dgm:presLayoutVars>
      </dgm:prSet>
      <dgm:spPr/>
    </dgm:pt>
    <dgm:pt modelId="{BF398CD0-BDE7-4955-AEBA-11EE14FD6DAB}" type="pres">
      <dgm:prSet presAssocID="{D2D22F65-9681-4FCD-9AB8-E10629A3021E}" presName="rootConnector1" presStyleLbl="node1" presStyleIdx="0" presStyleCnt="0"/>
      <dgm:spPr/>
    </dgm:pt>
    <dgm:pt modelId="{FE430E01-E960-4CCF-BC5D-C18EEA88F293}" type="pres">
      <dgm:prSet presAssocID="{D2D22F65-9681-4FCD-9AB8-E10629A3021E}" presName="hierChild2" presStyleCnt="0"/>
      <dgm:spPr/>
    </dgm:pt>
    <dgm:pt modelId="{AC75A0F8-5D98-4C2E-B8C7-24E3B4CF24F3}" type="pres">
      <dgm:prSet presAssocID="{AA1A119D-E88C-430D-B5EB-A2AAFE35B6A2}" presName="Name37" presStyleLbl="parChTrans1D2" presStyleIdx="0" presStyleCnt="3"/>
      <dgm:spPr/>
    </dgm:pt>
    <dgm:pt modelId="{2DFD2D92-78DB-4BAE-97BC-E4C614140B2B}" type="pres">
      <dgm:prSet presAssocID="{C7F11D40-4874-40EF-9487-93D4F2E1D9E2}" presName="hierRoot2" presStyleCnt="0">
        <dgm:presLayoutVars>
          <dgm:hierBranch val="init"/>
        </dgm:presLayoutVars>
      </dgm:prSet>
      <dgm:spPr/>
    </dgm:pt>
    <dgm:pt modelId="{6660480D-5A80-4C5B-B3F1-9C1576090C76}" type="pres">
      <dgm:prSet presAssocID="{C7F11D40-4874-40EF-9487-93D4F2E1D9E2}" presName="rootComposite" presStyleCnt="0"/>
      <dgm:spPr/>
    </dgm:pt>
    <dgm:pt modelId="{489A4336-F543-41E8-A670-CCE621C64AB9}" type="pres">
      <dgm:prSet presAssocID="{C7F11D40-4874-40EF-9487-93D4F2E1D9E2}" presName="rootText" presStyleLbl="node2" presStyleIdx="0" presStyleCnt="3">
        <dgm:presLayoutVars>
          <dgm:chPref val="3"/>
        </dgm:presLayoutVars>
      </dgm:prSet>
      <dgm:spPr/>
    </dgm:pt>
    <dgm:pt modelId="{691825E3-4980-4B2F-9F29-E3CCB740E294}" type="pres">
      <dgm:prSet presAssocID="{C7F11D40-4874-40EF-9487-93D4F2E1D9E2}" presName="rootConnector" presStyleLbl="node2" presStyleIdx="0" presStyleCnt="3"/>
      <dgm:spPr/>
    </dgm:pt>
    <dgm:pt modelId="{1D175B04-C81E-4840-9F54-4D8966A61C7F}" type="pres">
      <dgm:prSet presAssocID="{C7F11D40-4874-40EF-9487-93D4F2E1D9E2}" presName="hierChild4" presStyleCnt="0"/>
      <dgm:spPr/>
    </dgm:pt>
    <dgm:pt modelId="{BA21EA79-A033-4120-94B8-07CAEEEB1506}" type="pres">
      <dgm:prSet presAssocID="{C7F11D40-4874-40EF-9487-93D4F2E1D9E2}" presName="hierChild5" presStyleCnt="0"/>
      <dgm:spPr/>
    </dgm:pt>
    <dgm:pt modelId="{BEBE3405-403D-4516-915E-24E312415129}" type="pres">
      <dgm:prSet presAssocID="{1689F0B5-52B8-45F0-A60B-EEECEE2116E8}" presName="Name37" presStyleLbl="parChTrans1D2" presStyleIdx="1" presStyleCnt="3"/>
      <dgm:spPr/>
    </dgm:pt>
    <dgm:pt modelId="{B8E8577C-F2D4-482A-94FE-CD838B0968AC}" type="pres">
      <dgm:prSet presAssocID="{30A17010-48D3-4866-A894-9C5CC69DA2A8}" presName="hierRoot2" presStyleCnt="0">
        <dgm:presLayoutVars>
          <dgm:hierBranch val="init"/>
        </dgm:presLayoutVars>
      </dgm:prSet>
      <dgm:spPr/>
    </dgm:pt>
    <dgm:pt modelId="{D0E366DA-B9DF-4696-85FE-86CFFFB81CE5}" type="pres">
      <dgm:prSet presAssocID="{30A17010-48D3-4866-A894-9C5CC69DA2A8}" presName="rootComposite" presStyleCnt="0"/>
      <dgm:spPr/>
    </dgm:pt>
    <dgm:pt modelId="{2CE2EC96-1BD6-4326-954B-1F7EBAB4F18F}" type="pres">
      <dgm:prSet presAssocID="{30A17010-48D3-4866-A894-9C5CC69DA2A8}" presName="rootText" presStyleLbl="node2" presStyleIdx="1" presStyleCnt="3">
        <dgm:presLayoutVars>
          <dgm:chPref val="3"/>
        </dgm:presLayoutVars>
      </dgm:prSet>
      <dgm:spPr/>
    </dgm:pt>
    <dgm:pt modelId="{8BCEB068-378C-47F3-A0BB-0A9AB8D70BA2}" type="pres">
      <dgm:prSet presAssocID="{30A17010-48D3-4866-A894-9C5CC69DA2A8}" presName="rootConnector" presStyleLbl="node2" presStyleIdx="1" presStyleCnt="3"/>
      <dgm:spPr/>
    </dgm:pt>
    <dgm:pt modelId="{4249B0B1-B1D1-4772-990C-0E37E9AFC00B}" type="pres">
      <dgm:prSet presAssocID="{30A17010-48D3-4866-A894-9C5CC69DA2A8}" presName="hierChild4" presStyleCnt="0"/>
      <dgm:spPr/>
    </dgm:pt>
    <dgm:pt modelId="{6D2C32ED-73AE-4CC2-A38A-770A0E2EA239}" type="pres">
      <dgm:prSet presAssocID="{30A17010-48D3-4866-A894-9C5CC69DA2A8}" presName="hierChild5" presStyleCnt="0"/>
      <dgm:spPr/>
    </dgm:pt>
    <dgm:pt modelId="{DEEB1BA0-559A-4568-84A4-853F952D3036}" type="pres">
      <dgm:prSet presAssocID="{8EABAF4A-B06A-4900-B471-84E261A0CFAD}" presName="Name37" presStyleLbl="parChTrans1D2" presStyleIdx="2" presStyleCnt="3"/>
      <dgm:spPr/>
    </dgm:pt>
    <dgm:pt modelId="{7924240E-4D2F-4400-AF16-E55CC5A31F1A}" type="pres">
      <dgm:prSet presAssocID="{268B692E-E333-4084-BCF9-988DB93410B2}" presName="hierRoot2" presStyleCnt="0">
        <dgm:presLayoutVars>
          <dgm:hierBranch val="init"/>
        </dgm:presLayoutVars>
      </dgm:prSet>
      <dgm:spPr/>
    </dgm:pt>
    <dgm:pt modelId="{470C471A-FDD2-45FC-B8CB-0045F315F947}" type="pres">
      <dgm:prSet presAssocID="{268B692E-E333-4084-BCF9-988DB93410B2}" presName="rootComposite" presStyleCnt="0"/>
      <dgm:spPr/>
    </dgm:pt>
    <dgm:pt modelId="{D900FB84-9799-4AAA-8C4C-96009DB84A09}" type="pres">
      <dgm:prSet presAssocID="{268B692E-E333-4084-BCF9-988DB93410B2}" presName="rootText" presStyleLbl="node2" presStyleIdx="2" presStyleCnt="3">
        <dgm:presLayoutVars>
          <dgm:chPref val="3"/>
        </dgm:presLayoutVars>
      </dgm:prSet>
      <dgm:spPr/>
    </dgm:pt>
    <dgm:pt modelId="{9A5DC9DB-ACBF-4900-AC1F-164E80E29916}" type="pres">
      <dgm:prSet presAssocID="{268B692E-E333-4084-BCF9-988DB93410B2}" presName="rootConnector" presStyleLbl="node2" presStyleIdx="2" presStyleCnt="3"/>
      <dgm:spPr/>
    </dgm:pt>
    <dgm:pt modelId="{8A82E1E1-374B-462D-BAA4-C08045899628}" type="pres">
      <dgm:prSet presAssocID="{268B692E-E333-4084-BCF9-988DB93410B2}" presName="hierChild4" presStyleCnt="0"/>
      <dgm:spPr/>
    </dgm:pt>
    <dgm:pt modelId="{6BF051FA-0941-40BE-9ED2-CECD53147F15}" type="pres">
      <dgm:prSet presAssocID="{268B692E-E333-4084-BCF9-988DB93410B2}" presName="hierChild5" presStyleCnt="0"/>
      <dgm:spPr/>
    </dgm:pt>
    <dgm:pt modelId="{02E545C5-66C2-485E-9477-33283DD47787}" type="pres">
      <dgm:prSet presAssocID="{D2D22F65-9681-4FCD-9AB8-E10629A3021E}" presName="hierChild3" presStyleCnt="0"/>
      <dgm:spPr/>
    </dgm:pt>
  </dgm:ptLst>
  <dgm:cxnLst>
    <dgm:cxn modelId="{217DD205-9031-496C-9AF6-11D9BD8B1BD0}" type="presOf" srcId="{30A17010-48D3-4866-A894-9C5CC69DA2A8}" destId="{2CE2EC96-1BD6-4326-954B-1F7EBAB4F18F}" srcOrd="0" destOrd="0" presId="urn:microsoft.com/office/officeart/2005/8/layout/orgChart1"/>
    <dgm:cxn modelId="{996ECC0B-8BEB-47E6-9747-81826B811ABF}" srcId="{D2D22F65-9681-4FCD-9AB8-E10629A3021E}" destId="{30A17010-48D3-4866-A894-9C5CC69DA2A8}" srcOrd="1" destOrd="0" parTransId="{1689F0B5-52B8-45F0-A60B-EEECEE2116E8}" sibTransId="{C435A3E5-43C9-4E1E-9066-5E5F2973C143}"/>
    <dgm:cxn modelId="{10DD891D-304D-4999-B258-6ACA48AC0E12}" srcId="{D2D22F65-9681-4FCD-9AB8-E10629A3021E}" destId="{268B692E-E333-4084-BCF9-988DB93410B2}" srcOrd="2" destOrd="0" parTransId="{8EABAF4A-B06A-4900-B471-84E261A0CFAD}" sibTransId="{07A4E672-7398-4157-A9F4-217154EA3891}"/>
    <dgm:cxn modelId="{A9517029-A6E3-4DFD-8787-156630653B57}" type="presOf" srcId="{D2D22F65-9681-4FCD-9AB8-E10629A3021E}" destId="{BF398CD0-BDE7-4955-AEBA-11EE14FD6DAB}" srcOrd="1" destOrd="0" presId="urn:microsoft.com/office/officeart/2005/8/layout/orgChart1"/>
    <dgm:cxn modelId="{E54E272A-5618-45B9-9094-6AB2B1861F0F}" type="presOf" srcId="{1689F0B5-52B8-45F0-A60B-EEECEE2116E8}" destId="{BEBE3405-403D-4516-915E-24E312415129}" srcOrd="0" destOrd="0" presId="urn:microsoft.com/office/officeart/2005/8/layout/orgChart1"/>
    <dgm:cxn modelId="{68DFC332-B01C-4A4D-98FE-35B2C2DB5A3F}" type="presOf" srcId="{93E01148-FBE2-4CD1-9C70-4CB70612779E}" destId="{81A9A087-DB81-46D5-9B08-AFA493BC5D1D}" srcOrd="0" destOrd="0" presId="urn:microsoft.com/office/officeart/2005/8/layout/orgChart1"/>
    <dgm:cxn modelId="{7CCDFA70-F029-491D-9927-2EF62FA3C8AB}" type="presOf" srcId="{268B692E-E333-4084-BCF9-988DB93410B2}" destId="{9A5DC9DB-ACBF-4900-AC1F-164E80E29916}" srcOrd="1" destOrd="0" presId="urn:microsoft.com/office/officeart/2005/8/layout/orgChart1"/>
    <dgm:cxn modelId="{621F5B76-E206-405D-91A1-722882B01952}" type="presOf" srcId="{D2D22F65-9681-4FCD-9AB8-E10629A3021E}" destId="{58092678-4049-475F-8FCE-89F00E1415D0}" srcOrd="0" destOrd="0" presId="urn:microsoft.com/office/officeart/2005/8/layout/orgChart1"/>
    <dgm:cxn modelId="{3A73D877-3420-4A2E-A4F1-203E935B361C}" type="presOf" srcId="{C7F11D40-4874-40EF-9487-93D4F2E1D9E2}" destId="{489A4336-F543-41E8-A670-CCE621C64AB9}" srcOrd="0" destOrd="0" presId="urn:microsoft.com/office/officeart/2005/8/layout/orgChart1"/>
    <dgm:cxn modelId="{00AE3982-11F3-49B0-ACB5-7C09AE717A67}" type="presOf" srcId="{30A17010-48D3-4866-A894-9C5CC69DA2A8}" destId="{8BCEB068-378C-47F3-A0BB-0A9AB8D70BA2}" srcOrd="1" destOrd="0" presId="urn:microsoft.com/office/officeart/2005/8/layout/orgChart1"/>
    <dgm:cxn modelId="{381C6C86-45C7-4F14-979F-39CB44F58AE9}" type="presOf" srcId="{268B692E-E333-4084-BCF9-988DB93410B2}" destId="{D900FB84-9799-4AAA-8C4C-96009DB84A09}" srcOrd="0" destOrd="0" presId="urn:microsoft.com/office/officeart/2005/8/layout/orgChart1"/>
    <dgm:cxn modelId="{904FF18E-41E9-40FC-B6ED-D129AF813ADF}" srcId="{93E01148-FBE2-4CD1-9C70-4CB70612779E}" destId="{D2D22F65-9681-4FCD-9AB8-E10629A3021E}" srcOrd="0" destOrd="0" parTransId="{205DDEA0-596F-49A2-99CB-DBB89D2AC876}" sibTransId="{D7F704A6-6B9A-492E-AEAF-0A4F03C93DE4}"/>
    <dgm:cxn modelId="{9C209BC3-E782-4D9B-9847-4FE8A39FE1B2}" type="presOf" srcId="{C7F11D40-4874-40EF-9487-93D4F2E1D9E2}" destId="{691825E3-4980-4B2F-9F29-E3CCB740E294}" srcOrd="1" destOrd="0" presId="urn:microsoft.com/office/officeart/2005/8/layout/orgChart1"/>
    <dgm:cxn modelId="{BCF455C7-532A-47BB-90E8-586100BCDCDC}" srcId="{D2D22F65-9681-4FCD-9AB8-E10629A3021E}" destId="{C7F11D40-4874-40EF-9487-93D4F2E1D9E2}" srcOrd="0" destOrd="0" parTransId="{AA1A119D-E88C-430D-B5EB-A2AAFE35B6A2}" sibTransId="{A63C6DE2-512F-462B-947B-A53E5573C570}"/>
    <dgm:cxn modelId="{3ECFBCCE-397C-41A4-BE11-E64C99028ECA}" type="presOf" srcId="{8EABAF4A-B06A-4900-B471-84E261A0CFAD}" destId="{DEEB1BA0-559A-4568-84A4-853F952D3036}" srcOrd="0" destOrd="0" presId="urn:microsoft.com/office/officeart/2005/8/layout/orgChart1"/>
    <dgm:cxn modelId="{02BBC2DA-355B-4116-9B65-250CC68DBEEF}" type="presOf" srcId="{AA1A119D-E88C-430D-B5EB-A2AAFE35B6A2}" destId="{AC75A0F8-5D98-4C2E-B8C7-24E3B4CF24F3}" srcOrd="0" destOrd="0" presId="urn:microsoft.com/office/officeart/2005/8/layout/orgChart1"/>
    <dgm:cxn modelId="{F94F6FC1-7EA4-4D42-B357-5004CBBA0F39}" type="presParOf" srcId="{81A9A087-DB81-46D5-9B08-AFA493BC5D1D}" destId="{FC30BBB3-6F2F-4E90-9AD9-C0542B921877}" srcOrd="0" destOrd="0" presId="urn:microsoft.com/office/officeart/2005/8/layout/orgChart1"/>
    <dgm:cxn modelId="{EF7FAAAC-6624-45A7-BF3F-174AD589A5A7}" type="presParOf" srcId="{FC30BBB3-6F2F-4E90-9AD9-C0542B921877}" destId="{1E4B8547-2FBD-4C78-9A76-8BF563A13A01}" srcOrd="0" destOrd="0" presId="urn:microsoft.com/office/officeart/2005/8/layout/orgChart1"/>
    <dgm:cxn modelId="{D4719EFE-F1CD-4F45-8761-DD9D3BFD3A00}" type="presParOf" srcId="{1E4B8547-2FBD-4C78-9A76-8BF563A13A01}" destId="{58092678-4049-475F-8FCE-89F00E1415D0}" srcOrd="0" destOrd="0" presId="urn:microsoft.com/office/officeart/2005/8/layout/orgChart1"/>
    <dgm:cxn modelId="{776A3B65-2506-4267-B480-F487AD5884F6}" type="presParOf" srcId="{1E4B8547-2FBD-4C78-9A76-8BF563A13A01}" destId="{BF398CD0-BDE7-4955-AEBA-11EE14FD6DAB}" srcOrd="1" destOrd="0" presId="urn:microsoft.com/office/officeart/2005/8/layout/orgChart1"/>
    <dgm:cxn modelId="{D9C6369B-5FC0-49AC-B68C-D1A2C3A2D2AA}" type="presParOf" srcId="{FC30BBB3-6F2F-4E90-9AD9-C0542B921877}" destId="{FE430E01-E960-4CCF-BC5D-C18EEA88F293}" srcOrd="1" destOrd="0" presId="urn:microsoft.com/office/officeart/2005/8/layout/orgChart1"/>
    <dgm:cxn modelId="{15C44F52-615B-403B-9270-3BFD17C9EF57}" type="presParOf" srcId="{FE430E01-E960-4CCF-BC5D-C18EEA88F293}" destId="{AC75A0F8-5D98-4C2E-B8C7-24E3B4CF24F3}" srcOrd="0" destOrd="0" presId="urn:microsoft.com/office/officeart/2005/8/layout/orgChart1"/>
    <dgm:cxn modelId="{80685680-1101-49AF-B270-66C12627AEBF}" type="presParOf" srcId="{FE430E01-E960-4CCF-BC5D-C18EEA88F293}" destId="{2DFD2D92-78DB-4BAE-97BC-E4C614140B2B}" srcOrd="1" destOrd="0" presId="urn:microsoft.com/office/officeart/2005/8/layout/orgChart1"/>
    <dgm:cxn modelId="{1D86CB70-4445-4738-928B-2ADF46C1FC0D}" type="presParOf" srcId="{2DFD2D92-78DB-4BAE-97BC-E4C614140B2B}" destId="{6660480D-5A80-4C5B-B3F1-9C1576090C76}" srcOrd="0" destOrd="0" presId="urn:microsoft.com/office/officeart/2005/8/layout/orgChart1"/>
    <dgm:cxn modelId="{8EC40F11-8735-43AD-91E5-84EBAAB59367}" type="presParOf" srcId="{6660480D-5A80-4C5B-B3F1-9C1576090C76}" destId="{489A4336-F543-41E8-A670-CCE621C64AB9}" srcOrd="0" destOrd="0" presId="urn:microsoft.com/office/officeart/2005/8/layout/orgChart1"/>
    <dgm:cxn modelId="{011DEC59-CD70-4555-8764-196124BAD721}" type="presParOf" srcId="{6660480D-5A80-4C5B-B3F1-9C1576090C76}" destId="{691825E3-4980-4B2F-9F29-E3CCB740E294}" srcOrd="1" destOrd="0" presId="urn:microsoft.com/office/officeart/2005/8/layout/orgChart1"/>
    <dgm:cxn modelId="{DE59BEB7-0010-4791-AE66-F545D80B290B}" type="presParOf" srcId="{2DFD2D92-78DB-4BAE-97BC-E4C614140B2B}" destId="{1D175B04-C81E-4840-9F54-4D8966A61C7F}" srcOrd="1" destOrd="0" presId="urn:microsoft.com/office/officeart/2005/8/layout/orgChart1"/>
    <dgm:cxn modelId="{7DA1F33F-82D6-49B1-AC8F-44F48E6AAC24}" type="presParOf" srcId="{2DFD2D92-78DB-4BAE-97BC-E4C614140B2B}" destId="{BA21EA79-A033-4120-94B8-07CAEEEB1506}" srcOrd="2" destOrd="0" presId="urn:microsoft.com/office/officeart/2005/8/layout/orgChart1"/>
    <dgm:cxn modelId="{2BB46E61-31E9-419E-AAF5-39599A8687CE}" type="presParOf" srcId="{FE430E01-E960-4CCF-BC5D-C18EEA88F293}" destId="{BEBE3405-403D-4516-915E-24E312415129}" srcOrd="2" destOrd="0" presId="urn:microsoft.com/office/officeart/2005/8/layout/orgChart1"/>
    <dgm:cxn modelId="{3D1615C6-D454-4715-A64F-C0DBCEF4088B}" type="presParOf" srcId="{FE430E01-E960-4CCF-BC5D-C18EEA88F293}" destId="{B8E8577C-F2D4-482A-94FE-CD838B0968AC}" srcOrd="3" destOrd="0" presId="urn:microsoft.com/office/officeart/2005/8/layout/orgChart1"/>
    <dgm:cxn modelId="{BB1CF4C9-D7F6-46E0-B564-18DFF4B6D67C}" type="presParOf" srcId="{B8E8577C-F2D4-482A-94FE-CD838B0968AC}" destId="{D0E366DA-B9DF-4696-85FE-86CFFFB81CE5}" srcOrd="0" destOrd="0" presId="urn:microsoft.com/office/officeart/2005/8/layout/orgChart1"/>
    <dgm:cxn modelId="{2D54D050-A7D0-48DB-A6C8-F1771D11C664}" type="presParOf" srcId="{D0E366DA-B9DF-4696-85FE-86CFFFB81CE5}" destId="{2CE2EC96-1BD6-4326-954B-1F7EBAB4F18F}" srcOrd="0" destOrd="0" presId="urn:microsoft.com/office/officeart/2005/8/layout/orgChart1"/>
    <dgm:cxn modelId="{03769B8F-4DF8-4473-AA04-265F48632024}" type="presParOf" srcId="{D0E366DA-B9DF-4696-85FE-86CFFFB81CE5}" destId="{8BCEB068-378C-47F3-A0BB-0A9AB8D70BA2}" srcOrd="1" destOrd="0" presId="urn:microsoft.com/office/officeart/2005/8/layout/orgChart1"/>
    <dgm:cxn modelId="{29A24314-3564-49FD-AFF3-2912DA244D58}" type="presParOf" srcId="{B8E8577C-F2D4-482A-94FE-CD838B0968AC}" destId="{4249B0B1-B1D1-4772-990C-0E37E9AFC00B}" srcOrd="1" destOrd="0" presId="urn:microsoft.com/office/officeart/2005/8/layout/orgChart1"/>
    <dgm:cxn modelId="{F7FE4548-625C-4DF7-96C2-7F9630478AB2}" type="presParOf" srcId="{B8E8577C-F2D4-482A-94FE-CD838B0968AC}" destId="{6D2C32ED-73AE-4CC2-A38A-770A0E2EA239}" srcOrd="2" destOrd="0" presId="urn:microsoft.com/office/officeart/2005/8/layout/orgChart1"/>
    <dgm:cxn modelId="{294FB321-1B71-4C4C-B8C5-6C1C01474A81}" type="presParOf" srcId="{FE430E01-E960-4CCF-BC5D-C18EEA88F293}" destId="{DEEB1BA0-559A-4568-84A4-853F952D3036}" srcOrd="4" destOrd="0" presId="urn:microsoft.com/office/officeart/2005/8/layout/orgChart1"/>
    <dgm:cxn modelId="{3AFC6FF8-ABF0-472F-916B-B809C0652940}" type="presParOf" srcId="{FE430E01-E960-4CCF-BC5D-C18EEA88F293}" destId="{7924240E-4D2F-4400-AF16-E55CC5A31F1A}" srcOrd="5" destOrd="0" presId="urn:microsoft.com/office/officeart/2005/8/layout/orgChart1"/>
    <dgm:cxn modelId="{74A50294-581F-46FF-B4AB-906675355FF3}" type="presParOf" srcId="{7924240E-4D2F-4400-AF16-E55CC5A31F1A}" destId="{470C471A-FDD2-45FC-B8CB-0045F315F947}" srcOrd="0" destOrd="0" presId="urn:microsoft.com/office/officeart/2005/8/layout/orgChart1"/>
    <dgm:cxn modelId="{7D70E414-18E3-4868-9BA0-E79CC9E22608}" type="presParOf" srcId="{470C471A-FDD2-45FC-B8CB-0045F315F947}" destId="{D900FB84-9799-4AAA-8C4C-96009DB84A09}" srcOrd="0" destOrd="0" presId="urn:microsoft.com/office/officeart/2005/8/layout/orgChart1"/>
    <dgm:cxn modelId="{49DEC13F-D2E4-4888-AA5B-1A29EC993052}" type="presParOf" srcId="{470C471A-FDD2-45FC-B8CB-0045F315F947}" destId="{9A5DC9DB-ACBF-4900-AC1F-164E80E29916}" srcOrd="1" destOrd="0" presId="urn:microsoft.com/office/officeart/2005/8/layout/orgChart1"/>
    <dgm:cxn modelId="{BA7B80CF-510A-4086-905A-603EFB33A103}" type="presParOf" srcId="{7924240E-4D2F-4400-AF16-E55CC5A31F1A}" destId="{8A82E1E1-374B-462D-BAA4-C08045899628}" srcOrd="1" destOrd="0" presId="urn:microsoft.com/office/officeart/2005/8/layout/orgChart1"/>
    <dgm:cxn modelId="{C002A932-6DD6-4555-9AC4-414AFBC2FDDA}" type="presParOf" srcId="{7924240E-4D2F-4400-AF16-E55CC5A31F1A}" destId="{6BF051FA-0941-40BE-9ED2-CECD53147F15}" srcOrd="2" destOrd="0" presId="urn:microsoft.com/office/officeart/2005/8/layout/orgChart1"/>
    <dgm:cxn modelId="{070EE287-66DB-4388-A26F-D7E64B417308}" type="presParOf" srcId="{FC30BBB3-6F2F-4E90-9AD9-C0542B921877}" destId="{02E545C5-66C2-485E-9477-33283DD4778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93E01148-FBE2-4CD1-9C70-4CB70612779E}"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D2D22F65-9681-4FCD-9AB8-E10629A3021E}">
      <dgm:prSet phldrT="[Text]"/>
      <dgm:spPr/>
      <dgm:t>
        <a:bodyPr/>
        <a:lstStyle/>
        <a:p>
          <a:r>
            <a:rPr lang="en-US" dirty="0"/>
            <a:t>JOBS</a:t>
          </a:r>
        </a:p>
      </dgm:t>
    </dgm:pt>
    <dgm:pt modelId="{205DDEA0-596F-49A2-99CB-DBB89D2AC876}" type="parTrans" cxnId="{904FF18E-41E9-40FC-B6ED-D129AF813ADF}">
      <dgm:prSet/>
      <dgm:spPr/>
      <dgm:t>
        <a:bodyPr/>
        <a:lstStyle/>
        <a:p>
          <a:endParaRPr lang="en-US"/>
        </a:p>
      </dgm:t>
    </dgm:pt>
    <dgm:pt modelId="{D7F704A6-6B9A-492E-AEAF-0A4F03C93DE4}" type="sibTrans" cxnId="{904FF18E-41E9-40FC-B6ED-D129AF813ADF}">
      <dgm:prSet/>
      <dgm:spPr/>
      <dgm:t>
        <a:bodyPr/>
        <a:lstStyle/>
        <a:p>
          <a:endParaRPr lang="en-US"/>
        </a:p>
      </dgm:t>
    </dgm:pt>
    <dgm:pt modelId="{C7F11D40-4874-40EF-9487-93D4F2E1D9E2}">
      <dgm:prSet phldrT="[Text]"/>
      <dgm:spPr/>
      <dgm:t>
        <a:bodyPr/>
        <a:lstStyle/>
        <a:p>
          <a:r>
            <a:rPr lang="en-US" dirty="0"/>
            <a:t>Decryption	</a:t>
          </a:r>
        </a:p>
      </dgm:t>
    </dgm:pt>
    <dgm:pt modelId="{AA1A119D-E88C-430D-B5EB-A2AAFE35B6A2}" type="parTrans" cxnId="{BCF455C7-532A-47BB-90E8-586100BCDCDC}">
      <dgm:prSet/>
      <dgm:spPr/>
      <dgm:t>
        <a:bodyPr/>
        <a:lstStyle/>
        <a:p>
          <a:endParaRPr lang="en-US"/>
        </a:p>
      </dgm:t>
    </dgm:pt>
    <dgm:pt modelId="{A63C6DE2-512F-462B-947B-A53E5573C570}" type="sibTrans" cxnId="{BCF455C7-532A-47BB-90E8-586100BCDCDC}">
      <dgm:prSet/>
      <dgm:spPr/>
      <dgm:t>
        <a:bodyPr/>
        <a:lstStyle/>
        <a:p>
          <a:endParaRPr lang="en-US"/>
        </a:p>
      </dgm:t>
    </dgm:pt>
    <dgm:pt modelId="{30A17010-48D3-4866-A894-9C5CC69DA2A8}">
      <dgm:prSet phldrT="[Text]"/>
      <dgm:spPr/>
      <dgm:t>
        <a:bodyPr/>
        <a:lstStyle/>
        <a:p>
          <a:r>
            <a:rPr lang="en-US" dirty="0"/>
            <a:t>Hash</a:t>
          </a:r>
        </a:p>
      </dgm:t>
    </dgm:pt>
    <dgm:pt modelId="{1689F0B5-52B8-45F0-A60B-EEECEE2116E8}" type="parTrans" cxnId="{996ECC0B-8BEB-47E6-9747-81826B811ABF}">
      <dgm:prSet/>
      <dgm:spPr/>
      <dgm:t>
        <a:bodyPr/>
        <a:lstStyle/>
        <a:p>
          <a:endParaRPr lang="en-US"/>
        </a:p>
      </dgm:t>
    </dgm:pt>
    <dgm:pt modelId="{C435A3E5-43C9-4E1E-9066-5E5F2973C143}" type="sibTrans" cxnId="{996ECC0B-8BEB-47E6-9747-81826B811ABF}">
      <dgm:prSet/>
      <dgm:spPr/>
      <dgm:t>
        <a:bodyPr/>
        <a:lstStyle/>
        <a:p>
          <a:endParaRPr lang="en-US"/>
        </a:p>
      </dgm:t>
    </dgm:pt>
    <dgm:pt modelId="{268B692E-E333-4084-BCF9-988DB93410B2}">
      <dgm:prSet phldrT="[Text]"/>
      <dgm:spPr/>
      <dgm:t>
        <a:bodyPr/>
        <a:lstStyle/>
        <a:p>
          <a:r>
            <a:rPr lang="en-US" dirty="0"/>
            <a:t>Sign verification</a:t>
          </a:r>
        </a:p>
      </dgm:t>
    </dgm:pt>
    <dgm:pt modelId="{8EABAF4A-B06A-4900-B471-84E261A0CFAD}" type="parTrans" cxnId="{10DD891D-304D-4999-B258-6ACA48AC0E12}">
      <dgm:prSet/>
      <dgm:spPr/>
      <dgm:t>
        <a:bodyPr/>
        <a:lstStyle/>
        <a:p>
          <a:endParaRPr lang="en-US"/>
        </a:p>
      </dgm:t>
    </dgm:pt>
    <dgm:pt modelId="{07A4E672-7398-4157-A9F4-217154EA3891}" type="sibTrans" cxnId="{10DD891D-304D-4999-B258-6ACA48AC0E12}">
      <dgm:prSet/>
      <dgm:spPr/>
      <dgm:t>
        <a:bodyPr/>
        <a:lstStyle/>
        <a:p>
          <a:endParaRPr lang="en-US"/>
        </a:p>
      </dgm:t>
    </dgm:pt>
    <dgm:pt modelId="{C183D456-9BD4-4967-B45F-A8A64AAFDE19}">
      <dgm:prSet/>
      <dgm:spPr/>
      <dgm:t>
        <a:bodyPr/>
        <a:lstStyle/>
        <a:p>
          <a:r>
            <a:rPr lang="en-US" dirty="0"/>
            <a:t>CMAC</a:t>
          </a:r>
        </a:p>
      </dgm:t>
    </dgm:pt>
    <dgm:pt modelId="{97D8BD2E-BAD0-4A9E-894A-43662B42C1E0}" type="parTrans" cxnId="{98309B5E-967E-4C77-B1CB-7BB6B3FD44E9}">
      <dgm:prSet/>
      <dgm:spPr/>
      <dgm:t>
        <a:bodyPr/>
        <a:lstStyle/>
        <a:p>
          <a:endParaRPr lang="en-US"/>
        </a:p>
      </dgm:t>
    </dgm:pt>
    <dgm:pt modelId="{FB9177FC-92F6-4E00-BD7E-86A6FD907FFA}" type="sibTrans" cxnId="{98309B5E-967E-4C77-B1CB-7BB6B3FD44E9}">
      <dgm:prSet/>
      <dgm:spPr/>
      <dgm:t>
        <a:bodyPr/>
        <a:lstStyle/>
        <a:p>
          <a:endParaRPr lang="en-US"/>
        </a:p>
      </dgm:t>
    </dgm:pt>
    <dgm:pt modelId="{64D4BF26-6799-4D9E-9DEE-00015272DCCD}">
      <dgm:prSet phldrT="[Text]"/>
      <dgm:spPr/>
      <dgm:t>
        <a:bodyPr/>
        <a:lstStyle/>
        <a:p>
          <a:r>
            <a:rPr lang="en-US"/>
            <a:t>Encryption</a:t>
          </a:r>
          <a:endParaRPr lang="en-US" dirty="0"/>
        </a:p>
      </dgm:t>
    </dgm:pt>
    <dgm:pt modelId="{5CCBE4FD-22EA-46F2-A99B-0FF6FAAA8644}" type="parTrans" cxnId="{DCEE435D-382A-4F54-AD19-9BEBF1C243B0}">
      <dgm:prSet/>
      <dgm:spPr/>
      <dgm:t>
        <a:bodyPr/>
        <a:lstStyle/>
        <a:p>
          <a:endParaRPr lang="en-US"/>
        </a:p>
      </dgm:t>
    </dgm:pt>
    <dgm:pt modelId="{990BA346-2A97-4F49-8021-20944C00AC46}" type="sibTrans" cxnId="{DCEE435D-382A-4F54-AD19-9BEBF1C243B0}">
      <dgm:prSet/>
      <dgm:spPr/>
      <dgm:t>
        <a:bodyPr/>
        <a:lstStyle/>
        <a:p>
          <a:endParaRPr lang="en-US"/>
        </a:p>
      </dgm:t>
    </dgm:pt>
    <dgm:pt modelId="{81A9A087-DB81-46D5-9B08-AFA493BC5D1D}" type="pres">
      <dgm:prSet presAssocID="{93E01148-FBE2-4CD1-9C70-4CB70612779E}" presName="hierChild1" presStyleCnt="0">
        <dgm:presLayoutVars>
          <dgm:orgChart val="1"/>
          <dgm:chPref val="1"/>
          <dgm:dir/>
          <dgm:animOne val="branch"/>
          <dgm:animLvl val="lvl"/>
          <dgm:resizeHandles/>
        </dgm:presLayoutVars>
      </dgm:prSet>
      <dgm:spPr/>
    </dgm:pt>
    <dgm:pt modelId="{FC30BBB3-6F2F-4E90-9AD9-C0542B921877}" type="pres">
      <dgm:prSet presAssocID="{D2D22F65-9681-4FCD-9AB8-E10629A3021E}" presName="hierRoot1" presStyleCnt="0">
        <dgm:presLayoutVars>
          <dgm:hierBranch val="init"/>
        </dgm:presLayoutVars>
      </dgm:prSet>
      <dgm:spPr/>
    </dgm:pt>
    <dgm:pt modelId="{1E4B8547-2FBD-4C78-9A76-8BF563A13A01}" type="pres">
      <dgm:prSet presAssocID="{D2D22F65-9681-4FCD-9AB8-E10629A3021E}" presName="rootComposite1" presStyleCnt="0"/>
      <dgm:spPr/>
    </dgm:pt>
    <dgm:pt modelId="{58092678-4049-475F-8FCE-89F00E1415D0}" type="pres">
      <dgm:prSet presAssocID="{D2D22F65-9681-4FCD-9AB8-E10629A3021E}" presName="rootText1" presStyleLbl="node0" presStyleIdx="0" presStyleCnt="1">
        <dgm:presLayoutVars>
          <dgm:chPref val="3"/>
        </dgm:presLayoutVars>
      </dgm:prSet>
      <dgm:spPr/>
    </dgm:pt>
    <dgm:pt modelId="{BF398CD0-BDE7-4955-AEBA-11EE14FD6DAB}" type="pres">
      <dgm:prSet presAssocID="{D2D22F65-9681-4FCD-9AB8-E10629A3021E}" presName="rootConnector1" presStyleLbl="node1" presStyleIdx="0" presStyleCnt="0"/>
      <dgm:spPr/>
    </dgm:pt>
    <dgm:pt modelId="{FE430E01-E960-4CCF-BC5D-C18EEA88F293}" type="pres">
      <dgm:prSet presAssocID="{D2D22F65-9681-4FCD-9AB8-E10629A3021E}" presName="hierChild2" presStyleCnt="0"/>
      <dgm:spPr/>
    </dgm:pt>
    <dgm:pt modelId="{8A02C958-3DE9-4C29-8D59-08EFE2F90560}" type="pres">
      <dgm:prSet presAssocID="{5CCBE4FD-22EA-46F2-A99B-0FF6FAAA8644}" presName="Name37" presStyleLbl="parChTrans1D2" presStyleIdx="0" presStyleCnt="5"/>
      <dgm:spPr/>
    </dgm:pt>
    <dgm:pt modelId="{F7BD7C69-8A8E-46EA-8409-BC9861BBF0E8}" type="pres">
      <dgm:prSet presAssocID="{64D4BF26-6799-4D9E-9DEE-00015272DCCD}" presName="hierRoot2" presStyleCnt="0">
        <dgm:presLayoutVars>
          <dgm:hierBranch val="init"/>
        </dgm:presLayoutVars>
      </dgm:prSet>
      <dgm:spPr/>
    </dgm:pt>
    <dgm:pt modelId="{287D38FB-C48A-444D-A8D2-2AE0432FA4A8}" type="pres">
      <dgm:prSet presAssocID="{64D4BF26-6799-4D9E-9DEE-00015272DCCD}" presName="rootComposite" presStyleCnt="0"/>
      <dgm:spPr/>
    </dgm:pt>
    <dgm:pt modelId="{CFCFF1BB-A849-44EA-AF7B-96BE3695BFC1}" type="pres">
      <dgm:prSet presAssocID="{64D4BF26-6799-4D9E-9DEE-00015272DCCD}" presName="rootText" presStyleLbl="node2" presStyleIdx="0" presStyleCnt="5" custLinFactNeighborX="2468" custLinFactNeighborY="-3876">
        <dgm:presLayoutVars>
          <dgm:chPref val="3"/>
        </dgm:presLayoutVars>
      </dgm:prSet>
      <dgm:spPr/>
    </dgm:pt>
    <dgm:pt modelId="{6BCCC341-60E6-4D4D-A471-5C714173F095}" type="pres">
      <dgm:prSet presAssocID="{64D4BF26-6799-4D9E-9DEE-00015272DCCD}" presName="rootConnector" presStyleLbl="node2" presStyleIdx="0" presStyleCnt="5"/>
      <dgm:spPr/>
    </dgm:pt>
    <dgm:pt modelId="{A0F48C51-62E8-4049-830B-D76E640F30E4}" type="pres">
      <dgm:prSet presAssocID="{64D4BF26-6799-4D9E-9DEE-00015272DCCD}" presName="hierChild4" presStyleCnt="0"/>
      <dgm:spPr/>
    </dgm:pt>
    <dgm:pt modelId="{E9091807-E43D-4BA9-A937-D1A9AB0B9CBE}" type="pres">
      <dgm:prSet presAssocID="{64D4BF26-6799-4D9E-9DEE-00015272DCCD}" presName="hierChild5" presStyleCnt="0"/>
      <dgm:spPr/>
    </dgm:pt>
    <dgm:pt modelId="{AC75A0F8-5D98-4C2E-B8C7-24E3B4CF24F3}" type="pres">
      <dgm:prSet presAssocID="{AA1A119D-E88C-430D-B5EB-A2AAFE35B6A2}" presName="Name37" presStyleLbl="parChTrans1D2" presStyleIdx="1" presStyleCnt="5"/>
      <dgm:spPr/>
    </dgm:pt>
    <dgm:pt modelId="{2DFD2D92-78DB-4BAE-97BC-E4C614140B2B}" type="pres">
      <dgm:prSet presAssocID="{C7F11D40-4874-40EF-9487-93D4F2E1D9E2}" presName="hierRoot2" presStyleCnt="0">
        <dgm:presLayoutVars>
          <dgm:hierBranch val="init"/>
        </dgm:presLayoutVars>
      </dgm:prSet>
      <dgm:spPr/>
    </dgm:pt>
    <dgm:pt modelId="{6660480D-5A80-4C5B-B3F1-9C1576090C76}" type="pres">
      <dgm:prSet presAssocID="{C7F11D40-4874-40EF-9487-93D4F2E1D9E2}" presName="rootComposite" presStyleCnt="0"/>
      <dgm:spPr/>
    </dgm:pt>
    <dgm:pt modelId="{489A4336-F543-41E8-A670-CCE621C64AB9}" type="pres">
      <dgm:prSet presAssocID="{C7F11D40-4874-40EF-9487-93D4F2E1D9E2}" presName="rootText" presStyleLbl="node2" presStyleIdx="1" presStyleCnt="5">
        <dgm:presLayoutVars>
          <dgm:chPref val="3"/>
        </dgm:presLayoutVars>
      </dgm:prSet>
      <dgm:spPr/>
    </dgm:pt>
    <dgm:pt modelId="{691825E3-4980-4B2F-9F29-E3CCB740E294}" type="pres">
      <dgm:prSet presAssocID="{C7F11D40-4874-40EF-9487-93D4F2E1D9E2}" presName="rootConnector" presStyleLbl="node2" presStyleIdx="1" presStyleCnt="5"/>
      <dgm:spPr/>
    </dgm:pt>
    <dgm:pt modelId="{1D175B04-C81E-4840-9F54-4D8966A61C7F}" type="pres">
      <dgm:prSet presAssocID="{C7F11D40-4874-40EF-9487-93D4F2E1D9E2}" presName="hierChild4" presStyleCnt="0"/>
      <dgm:spPr/>
    </dgm:pt>
    <dgm:pt modelId="{BA21EA79-A033-4120-94B8-07CAEEEB1506}" type="pres">
      <dgm:prSet presAssocID="{C7F11D40-4874-40EF-9487-93D4F2E1D9E2}" presName="hierChild5" presStyleCnt="0"/>
      <dgm:spPr/>
    </dgm:pt>
    <dgm:pt modelId="{BEBE3405-403D-4516-915E-24E312415129}" type="pres">
      <dgm:prSet presAssocID="{1689F0B5-52B8-45F0-A60B-EEECEE2116E8}" presName="Name37" presStyleLbl="parChTrans1D2" presStyleIdx="2" presStyleCnt="5"/>
      <dgm:spPr/>
    </dgm:pt>
    <dgm:pt modelId="{B8E8577C-F2D4-482A-94FE-CD838B0968AC}" type="pres">
      <dgm:prSet presAssocID="{30A17010-48D3-4866-A894-9C5CC69DA2A8}" presName="hierRoot2" presStyleCnt="0">
        <dgm:presLayoutVars>
          <dgm:hierBranch val="init"/>
        </dgm:presLayoutVars>
      </dgm:prSet>
      <dgm:spPr/>
    </dgm:pt>
    <dgm:pt modelId="{D0E366DA-B9DF-4696-85FE-86CFFFB81CE5}" type="pres">
      <dgm:prSet presAssocID="{30A17010-48D3-4866-A894-9C5CC69DA2A8}" presName="rootComposite" presStyleCnt="0"/>
      <dgm:spPr/>
    </dgm:pt>
    <dgm:pt modelId="{2CE2EC96-1BD6-4326-954B-1F7EBAB4F18F}" type="pres">
      <dgm:prSet presAssocID="{30A17010-48D3-4866-A894-9C5CC69DA2A8}" presName="rootText" presStyleLbl="node2" presStyleIdx="2" presStyleCnt="5">
        <dgm:presLayoutVars>
          <dgm:chPref val="3"/>
        </dgm:presLayoutVars>
      </dgm:prSet>
      <dgm:spPr/>
    </dgm:pt>
    <dgm:pt modelId="{8BCEB068-378C-47F3-A0BB-0A9AB8D70BA2}" type="pres">
      <dgm:prSet presAssocID="{30A17010-48D3-4866-A894-9C5CC69DA2A8}" presName="rootConnector" presStyleLbl="node2" presStyleIdx="2" presStyleCnt="5"/>
      <dgm:spPr/>
    </dgm:pt>
    <dgm:pt modelId="{4249B0B1-B1D1-4772-990C-0E37E9AFC00B}" type="pres">
      <dgm:prSet presAssocID="{30A17010-48D3-4866-A894-9C5CC69DA2A8}" presName="hierChild4" presStyleCnt="0"/>
      <dgm:spPr/>
    </dgm:pt>
    <dgm:pt modelId="{6D2C32ED-73AE-4CC2-A38A-770A0E2EA239}" type="pres">
      <dgm:prSet presAssocID="{30A17010-48D3-4866-A894-9C5CC69DA2A8}" presName="hierChild5" presStyleCnt="0"/>
      <dgm:spPr/>
    </dgm:pt>
    <dgm:pt modelId="{DEEB1BA0-559A-4568-84A4-853F952D3036}" type="pres">
      <dgm:prSet presAssocID="{8EABAF4A-B06A-4900-B471-84E261A0CFAD}" presName="Name37" presStyleLbl="parChTrans1D2" presStyleIdx="3" presStyleCnt="5"/>
      <dgm:spPr/>
    </dgm:pt>
    <dgm:pt modelId="{7924240E-4D2F-4400-AF16-E55CC5A31F1A}" type="pres">
      <dgm:prSet presAssocID="{268B692E-E333-4084-BCF9-988DB93410B2}" presName="hierRoot2" presStyleCnt="0">
        <dgm:presLayoutVars>
          <dgm:hierBranch val="init"/>
        </dgm:presLayoutVars>
      </dgm:prSet>
      <dgm:spPr/>
    </dgm:pt>
    <dgm:pt modelId="{470C471A-FDD2-45FC-B8CB-0045F315F947}" type="pres">
      <dgm:prSet presAssocID="{268B692E-E333-4084-BCF9-988DB93410B2}" presName="rootComposite" presStyleCnt="0"/>
      <dgm:spPr/>
    </dgm:pt>
    <dgm:pt modelId="{D900FB84-9799-4AAA-8C4C-96009DB84A09}" type="pres">
      <dgm:prSet presAssocID="{268B692E-E333-4084-BCF9-988DB93410B2}" presName="rootText" presStyleLbl="node2" presStyleIdx="3" presStyleCnt="5">
        <dgm:presLayoutVars>
          <dgm:chPref val="3"/>
        </dgm:presLayoutVars>
      </dgm:prSet>
      <dgm:spPr/>
    </dgm:pt>
    <dgm:pt modelId="{9A5DC9DB-ACBF-4900-AC1F-164E80E29916}" type="pres">
      <dgm:prSet presAssocID="{268B692E-E333-4084-BCF9-988DB93410B2}" presName="rootConnector" presStyleLbl="node2" presStyleIdx="3" presStyleCnt="5"/>
      <dgm:spPr/>
    </dgm:pt>
    <dgm:pt modelId="{8A82E1E1-374B-462D-BAA4-C08045899628}" type="pres">
      <dgm:prSet presAssocID="{268B692E-E333-4084-BCF9-988DB93410B2}" presName="hierChild4" presStyleCnt="0"/>
      <dgm:spPr/>
    </dgm:pt>
    <dgm:pt modelId="{6BF051FA-0941-40BE-9ED2-CECD53147F15}" type="pres">
      <dgm:prSet presAssocID="{268B692E-E333-4084-BCF9-988DB93410B2}" presName="hierChild5" presStyleCnt="0"/>
      <dgm:spPr/>
    </dgm:pt>
    <dgm:pt modelId="{791202A3-8805-4E18-9AAA-18D2F2583801}" type="pres">
      <dgm:prSet presAssocID="{97D8BD2E-BAD0-4A9E-894A-43662B42C1E0}" presName="Name37" presStyleLbl="parChTrans1D2" presStyleIdx="4" presStyleCnt="5"/>
      <dgm:spPr/>
    </dgm:pt>
    <dgm:pt modelId="{239D3C18-7007-4565-80D8-E301CCF22F23}" type="pres">
      <dgm:prSet presAssocID="{C183D456-9BD4-4967-B45F-A8A64AAFDE19}" presName="hierRoot2" presStyleCnt="0">
        <dgm:presLayoutVars>
          <dgm:hierBranch val="init"/>
        </dgm:presLayoutVars>
      </dgm:prSet>
      <dgm:spPr/>
    </dgm:pt>
    <dgm:pt modelId="{97DC71B4-87F6-4664-9925-6862878EF8AC}" type="pres">
      <dgm:prSet presAssocID="{C183D456-9BD4-4967-B45F-A8A64AAFDE19}" presName="rootComposite" presStyleCnt="0"/>
      <dgm:spPr/>
    </dgm:pt>
    <dgm:pt modelId="{43D35E33-7F95-4A5E-B011-D3BB2306A20E}" type="pres">
      <dgm:prSet presAssocID="{C183D456-9BD4-4967-B45F-A8A64AAFDE19}" presName="rootText" presStyleLbl="node2" presStyleIdx="4" presStyleCnt="5">
        <dgm:presLayoutVars>
          <dgm:chPref val="3"/>
        </dgm:presLayoutVars>
      </dgm:prSet>
      <dgm:spPr/>
    </dgm:pt>
    <dgm:pt modelId="{AD11E8E3-D32A-49D4-A5AC-643B4E7ECC9C}" type="pres">
      <dgm:prSet presAssocID="{C183D456-9BD4-4967-B45F-A8A64AAFDE19}" presName="rootConnector" presStyleLbl="node2" presStyleIdx="4" presStyleCnt="5"/>
      <dgm:spPr/>
    </dgm:pt>
    <dgm:pt modelId="{00B995CD-6F16-48DB-A32C-482909F23B0E}" type="pres">
      <dgm:prSet presAssocID="{C183D456-9BD4-4967-B45F-A8A64AAFDE19}" presName="hierChild4" presStyleCnt="0"/>
      <dgm:spPr/>
    </dgm:pt>
    <dgm:pt modelId="{1E23B3E9-47DB-4480-97B3-E172ED0EEBAB}" type="pres">
      <dgm:prSet presAssocID="{C183D456-9BD4-4967-B45F-A8A64AAFDE19}" presName="hierChild5" presStyleCnt="0"/>
      <dgm:spPr/>
    </dgm:pt>
    <dgm:pt modelId="{02E545C5-66C2-485E-9477-33283DD47787}" type="pres">
      <dgm:prSet presAssocID="{D2D22F65-9681-4FCD-9AB8-E10629A3021E}" presName="hierChild3" presStyleCnt="0"/>
      <dgm:spPr/>
    </dgm:pt>
  </dgm:ptLst>
  <dgm:cxnLst>
    <dgm:cxn modelId="{19B7DD07-01E3-407C-8E70-3792740F7B22}" type="presOf" srcId="{5CCBE4FD-22EA-46F2-A99B-0FF6FAAA8644}" destId="{8A02C958-3DE9-4C29-8D59-08EFE2F90560}" srcOrd="0" destOrd="0" presId="urn:microsoft.com/office/officeart/2005/8/layout/orgChart1"/>
    <dgm:cxn modelId="{996ECC0B-8BEB-47E6-9747-81826B811ABF}" srcId="{D2D22F65-9681-4FCD-9AB8-E10629A3021E}" destId="{30A17010-48D3-4866-A894-9C5CC69DA2A8}" srcOrd="2" destOrd="0" parTransId="{1689F0B5-52B8-45F0-A60B-EEECEE2116E8}" sibTransId="{C435A3E5-43C9-4E1E-9066-5E5F2973C143}"/>
    <dgm:cxn modelId="{0CC7A719-FBA4-444C-B053-3679D7A51599}" type="presOf" srcId="{30A17010-48D3-4866-A894-9C5CC69DA2A8}" destId="{8BCEB068-378C-47F3-A0BB-0A9AB8D70BA2}" srcOrd="1" destOrd="0" presId="urn:microsoft.com/office/officeart/2005/8/layout/orgChart1"/>
    <dgm:cxn modelId="{10DD891D-304D-4999-B258-6ACA48AC0E12}" srcId="{D2D22F65-9681-4FCD-9AB8-E10629A3021E}" destId="{268B692E-E333-4084-BCF9-988DB93410B2}" srcOrd="3" destOrd="0" parTransId="{8EABAF4A-B06A-4900-B471-84E261A0CFAD}" sibTransId="{07A4E672-7398-4157-A9F4-217154EA3891}"/>
    <dgm:cxn modelId="{10FF9F1E-7571-43A0-ABCC-D9E5F4A01B2C}" type="presOf" srcId="{8EABAF4A-B06A-4900-B471-84E261A0CFAD}" destId="{DEEB1BA0-559A-4568-84A4-853F952D3036}" srcOrd="0" destOrd="0" presId="urn:microsoft.com/office/officeart/2005/8/layout/orgChart1"/>
    <dgm:cxn modelId="{5B1A5029-6376-4FAC-BFEA-24259938CFD2}" type="presOf" srcId="{64D4BF26-6799-4D9E-9DEE-00015272DCCD}" destId="{CFCFF1BB-A849-44EA-AF7B-96BE3695BFC1}" srcOrd="0" destOrd="0" presId="urn:microsoft.com/office/officeart/2005/8/layout/orgChart1"/>
    <dgm:cxn modelId="{A9517029-A6E3-4DFD-8787-156630653B57}" type="presOf" srcId="{D2D22F65-9681-4FCD-9AB8-E10629A3021E}" destId="{BF398CD0-BDE7-4955-AEBA-11EE14FD6DAB}" srcOrd="1" destOrd="0" presId="urn:microsoft.com/office/officeart/2005/8/layout/orgChart1"/>
    <dgm:cxn modelId="{73E00C31-E190-4FE3-8290-6F7EBEF0941C}" type="presOf" srcId="{C7F11D40-4874-40EF-9487-93D4F2E1D9E2}" destId="{489A4336-F543-41E8-A670-CCE621C64AB9}" srcOrd="0" destOrd="0" presId="urn:microsoft.com/office/officeart/2005/8/layout/orgChart1"/>
    <dgm:cxn modelId="{68DFC332-B01C-4A4D-98FE-35B2C2DB5A3F}" type="presOf" srcId="{93E01148-FBE2-4CD1-9C70-4CB70612779E}" destId="{81A9A087-DB81-46D5-9B08-AFA493BC5D1D}" srcOrd="0" destOrd="0" presId="urn:microsoft.com/office/officeart/2005/8/layout/orgChart1"/>
    <dgm:cxn modelId="{2F98CA36-447F-4B8B-A448-9C2B6A7A9A65}" type="presOf" srcId="{C183D456-9BD4-4967-B45F-A8A64AAFDE19}" destId="{AD11E8E3-D32A-49D4-A5AC-643B4E7ECC9C}" srcOrd="1" destOrd="0" presId="urn:microsoft.com/office/officeart/2005/8/layout/orgChart1"/>
    <dgm:cxn modelId="{A040BC3C-839C-4654-8E8D-C8D6F59DFB30}" type="presOf" srcId="{C183D456-9BD4-4967-B45F-A8A64AAFDE19}" destId="{43D35E33-7F95-4A5E-B011-D3BB2306A20E}" srcOrd="0" destOrd="0" presId="urn:microsoft.com/office/officeart/2005/8/layout/orgChart1"/>
    <dgm:cxn modelId="{DCEE435D-382A-4F54-AD19-9BEBF1C243B0}" srcId="{D2D22F65-9681-4FCD-9AB8-E10629A3021E}" destId="{64D4BF26-6799-4D9E-9DEE-00015272DCCD}" srcOrd="0" destOrd="0" parTransId="{5CCBE4FD-22EA-46F2-A99B-0FF6FAAA8644}" sibTransId="{990BA346-2A97-4F49-8021-20944C00AC46}"/>
    <dgm:cxn modelId="{98309B5E-967E-4C77-B1CB-7BB6B3FD44E9}" srcId="{D2D22F65-9681-4FCD-9AB8-E10629A3021E}" destId="{C183D456-9BD4-4967-B45F-A8A64AAFDE19}" srcOrd="4" destOrd="0" parTransId="{97D8BD2E-BAD0-4A9E-894A-43662B42C1E0}" sibTransId="{FB9177FC-92F6-4E00-BD7E-86A6FD907FFA}"/>
    <dgm:cxn modelId="{8B385D43-1A08-49D8-9987-BBED60101455}" type="presOf" srcId="{64D4BF26-6799-4D9E-9DEE-00015272DCCD}" destId="{6BCCC341-60E6-4D4D-A471-5C714173F095}" srcOrd="1" destOrd="0" presId="urn:microsoft.com/office/officeart/2005/8/layout/orgChart1"/>
    <dgm:cxn modelId="{89975174-EC29-42FC-81FD-E3240A2AA7FC}" type="presOf" srcId="{268B692E-E333-4084-BCF9-988DB93410B2}" destId="{9A5DC9DB-ACBF-4900-AC1F-164E80E29916}" srcOrd="1" destOrd="0" presId="urn:microsoft.com/office/officeart/2005/8/layout/orgChart1"/>
    <dgm:cxn modelId="{621F5B76-E206-405D-91A1-722882B01952}" type="presOf" srcId="{D2D22F65-9681-4FCD-9AB8-E10629A3021E}" destId="{58092678-4049-475F-8FCE-89F00E1415D0}" srcOrd="0" destOrd="0" presId="urn:microsoft.com/office/officeart/2005/8/layout/orgChart1"/>
    <dgm:cxn modelId="{79F2E556-B53A-48C8-BEBC-924C6C6EB962}" type="presOf" srcId="{1689F0B5-52B8-45F0-A60B-EEECEE2116E8}" destId="{BEBE3405-403D-4516-915E-24E312415129}" srcOrd="0" destOrd="0" presId="urn:microsoft.com/office/officeart/2005/8/layout/orgChart1"/>
    <dgm:cxn modelId="{2173C482-DF7A-4513-B5E1-583825B10BBC}" type="presOf" srcId="{30A17010-48D3-4866-A894-9C5CC69DA2A8}" destId="{2CE2EC96-1BD6-4326-954B-1F7EBAB4F18F}" srcOrd="0" destOrd="0" presId="urn:microsoft.com/office/officeart/2005/8/layout/orgChart1"/>
    <dgm:cxn modelId="{132B9586-C40B-4E9C-929E-B0222192FA3F}" type="presOf" srcId="{AA1A119D-E88C-430D-B5EB-A2AAFE35B6A2}" destId="{AC75A0F8-5D98-4C2E-B8C7-24E3B4CF24F3}" srcOrd="0" destOrd="0" presId="urn:microsoft.com/office/officeart/2005/8/layout/orgChart1"/>
    <dgm:cxn modelId="{7C9F0F8E-9821-4524-A78E-5BB8272534B0}" type="presOf" srcId="{268B692E-E333-4084-BCF9-988DB93410B2}" destId="{D900FB84-9799-4AAA-8C4C-96009DB84A09}" srcOrd="0" destOrd="0" presId="urn:microsoft.com/office/officeart/2005/8/layout/orgChart1"/>
    <dgm:cxn modelId="{904FF18E-41E9-40FC-B6ED-D129AF813ADF}" srcId="{93E01148-FBE2-4CD1-9C70-4CB70612779E}" destId="{D2D22F65-9681-4FCD-9AB8-E10629A3021E}" srcOrd="0" destOrd="0" parTransId="{205DDEA0-596F-49A2-99CB-DBB89D2AC876}" sibTransId="{D7F704A6-6B9A-492E-AEAF-0A4F03C93DE4}"/>
    <dgm:cxn modelId="{713FB8A5-2942-463E-A1AE-2CF2FA2CD7B6}" type="presOf" srcId="{97D8BD2E-BAD0-4A9E-894A-43662B42C1E0}" destId="{791202A3-8805-4E18-9AAA-18D2F2583801}" srcOrd="0" destOrd="0" presId="urn:microsoft.com/office/officeart/2005/8/layout/orgChart1"/>
    <dgm:cxn modelId="{C22D84A8-E373-4B7A-AD0E-84C32C331F2C}" type="presOf" srcId="{C7F11D40-4874-40EF-9487-93D4F2E1D9E2}" destId="{691825E3-4980-4B2F-9F29-E3CCB740E294}" srcOrd="1" destOrd="0" presId="urn:microsoft.com/office/officeart/2005/8/layout/orgChart1"/>
    <dgm:cxn modelId="{BCF455C7-532A-47BB-90E8-586100BCDCDC}" srcId="{D2D22F65-9681-4FCD-9AB8-E10629A3021E}" destId="{C7F11D40-4874-40EF-9487-93D4F2E1D9E2}" srcOrd="1" destOrd="0" parTransId="{AA1A119D-E88C-430D-B5EB-A2AAFE35B6A2}" sibTransId="{A63C6DE2-512F-462B-947B-A53E5573C570}"/>
    <dgm:cxn modelId="{F94F6FC1-7EA4-4D42-B357-5004CBBA0F39}" type="presParOf" srcId="{81A9A087-DB81-46D5-9B08-AFA493BC5D1D}" destId="{FC30BBB3-6F2F-4E90-9AD9-C0542B921877}" srcOrd="0" destOrd="0" presId="urn:microsoft.com/office/officeart/2005/8/layout/orgChart1"/>
    <dgm:cxn modelId="{EF7FAAAC-6624-45A7-BF3F-174AD589A5A7}" type="presParOf" srcId="{FC30BBB3-6F2F-4E90-9AD9-C0542B921877}" destId="{1E4B8547-2FBD-4C78-9A76-8BF563A13A01}" srcOrd="0" destOrd="0" presId="urn:microsoft.com/office/officeart/2005/8/layout/orgChart1"/>
    <dgm:cxn modelId="{D4719EFE-F1CD-4F45-8761-DD9D3BFD3A00}" type="presParOf" srcId="{1E4B8547-2FBD-4C78-9A76-8BF563A13A01}" destId="{58092678-4049-475F-8FCE-89F00E1415D0}" srcOrd="0" destOrd="0" presId="urn:microsoft.com/office/officeart/2005/8/layout/orgChart1"/>
    <dgm:cxn modelId="{776A3B65-2506-4267-B480-F487AD5884F6}" type="presParOf" srcId="{1E4B8547-2FBD-4C78-9A76-8BF563A13A01}" destId="{BF398CD0-BDE7-4955-AEBA-11EE14FD6DAB}" srcOrd="1" destOrd="0" presId="urn:microsoft.com/office/officeart/2005/8/layout/orgChart1"/>
    <dgm:cxn modelId="{D9C6369B-5FC0-49AC-B68C-D1A2C3A2D2AA}" type="presParOf" srcId="{FC30BBB3-6F2F-4E90-9AD9-C0542B921877}" destId="{FE430E01-E960-4CCF-BC5D-C18EEA88F293}" srcOrd="1" destOrd="0" presId="urn:microsoft.com/office/officeart/2005/8/layout/orgChart1"/>
    <dgm:cxn modelId="{6ABA0623-CA5C-490B-A278-20B5F4DCBB36}" type="presParOf" srcId="{FE430E01-E960-4CCF-BC5D-C18EEA88F293}" destId="{8A02C958-3DE9-4C29-8D59-08EFE2F90560}" srcOrd="0" destOrd="0" presId="urn:microsoft.com/office/officeart/2005/8/layout/orgChart1"/>
    <dgm:cxn modelId="{C01B10F8-D690-437B-BA9E-260310C09108}" type="presParOf" srcId="{FE430E01-E960-4CCF-BC5D-C18EEA88F293}" destId="{F7BD7C69-8A8E-46EA-8409-BC9861BBF0E8}" srcOrd="1" destOrd="0" presId="urn:microsoft.com/office/officeart/2005/8/layout/orgChart1"/>
    <dgm:cxn modelId="{F81ACA52-8D6E-4419-9C20-15B51509775B}" type="presParOf" srcId="{F7BD7C69-8A8E-46EA-8409-BC9861BBF0E8}" destId="{287D38FB-C48A-444D-A8D2-2AE0432FA4A8}" srcOrd="0" destOrd="0" presId="urn:microsoft.com/office/officeart/2005/8/layout/orgChart1"/>
    <dgm:cxn modelId="{8F75C04A-FEF0-48F1-BDD0-8AFA07F6BA93}" type="presParOf" srcId="{287D38FB-C48A-444D-A8D2-2AE0432FA4A8}" destId="{CFCFF1BB-A849-44EA-AF7B-96BE3695BFC1}" srcOrd="0" destOrd="0" presId="urn:microsoft.com/office/officeart/2005/8/layout/orgChart1"/>
    <dgm:cxn modelId="{CF981B87-04DD-46E0-B986-7D87A9FD9722}" type="presParOf" srcId="{287D38FB-C48A-444D-A8D2-2AE0432FA4A8}" destId="{6BCCC341-60E6-4D4D-A471-5C714173F095}" srcOrd="1" destOrd="0" presId="urn:microsoft.com/office/officeart/2005/8/layout/orgChart1"/>
    <dgm:cxn modelId="{4E070EC4-C4F0-42EA-A4DB-E7D7CCE975E8}" type="presParOf" srcId="{F7BD7C69-8A8E-46EA-8409-BC9861BBF0E8}" destId="{A0F48C51-62E8-4049-830B-D76E640F30E4}" srcOrd="1" destOrd="0" presId="urn:microsoft.com/office/officeart/2005/8/layout/orgChart1"/>
    <dgm:cxn modelId="{26222EDA-C790-4B76-BB01-7F1019E8340A}" type="presParOf" srcId="{F7BD7C69-8A8E-46EA-8409-BC9861BBF0E8}" destId="{E9091807-E43D-4BA9-A937-D1A9AB0B9CBE}" srcOrd="2" destOrd="0" presId="urn:microsoft.com/office/officeart/2005/8/layout/orgChart1"/>
    <dgm:cxn modelId="{7E7080B2-C996-4004-8599-1BD3C5399CC4}" type="presParOf" srcId="{FE430E01-E960-4CCF-BC5D-C18EEA88F293}" destId="{AC75A0F8-5D98-4C2E-B8C7-24E3B4CF24F3}" srcOrd="2" destOrd="0" presId="urn:microsoft.com/office/officeart/2005/8/layout/orgChart1"/>
    <dgm:cxn modelId="{6EC4393F-CDD0-4627-8E47-2BE18759CCF2}" type="presParOf" srcId="{FE430E01-E960-4CCF-BC5D-C18EEA88F293}" destId="{2DFD2D92-78DB-4BAE-97BC-E4C614140B2B}" srcOrd="3" destOrd="0" presId="urn:microsoft.com/office/officeart/2005/8/layout/orgChart1"/>
    <dgm:cxn modelId="{090E4659-B6D3-4B9F-93DE-0E110C622E26}" type="presParOf" srcId="{2DFD2D92-78DB-4BAE-97BC-E4C614140B2B}" destId="{6660480D-5A80-4C5B-B3F1-9C1576090C76}" srcOrd="0" destOrd="0" presId="urn:microsoft.com/office/officeart/2005/8/layout/orgChart1"/>
    <dgm:cxn modelId="{C0BA709E-7EFA-4D76-9948-7BBC5F234B87}" type="presParOf" srcId="{6660480D-5A80-4C5B-B3F1-9C1576090C76}" destId="{489A4336-F543-41E8-A670-CCE621C64AB9}" srcOrd="0" destOrd="0" presId="urn:microsoft.com/office/officeart/2005/8/layout/orgChart1"/>
    <dgm:cxn modelId="{F96CA75F-C3FF-40A8-A1C6-7F20ACECE59B}" type="presParOf" srcId="{6660480D-5A80-4C5B-B3F1-9C1576090C76}" destId="{691825E3-4980-4B2F-9F29-E3CCB740E294}" srcOrd="1" destOrd="0" presId="urn:microsoft.com/office/officeart/2005/8/layout/orgChart1"/>
    <dgm:cxn modelId="{B39B4B2D-ACE4-4096-BAB3-C2F18B32ECF4}" type="presParOf" srcId="{2DFD2D92-78DB-4BAE-97BC-E4C614140B2B}" destId="{1D175B04-C81E-4840-9F54-4D8966A61C7F}" srcOrd="1" destOrd="0" presId="urn:microsoft.com/office/officeart/2005/8/layout/orgChart1"/>
    <dgm:cxn modelId="{74AF256A-2A17-4022-B6D3-F704594C0A54}" type="presParOf" srcId="{2DFD2D92-78DB-4BAE-97BC-E4C614140B2B}" destId="{BA21EA79-A033-4120-94B8-07CAEEEB1506}" srcOrd="2" destOrd="0" presId="urn:microsoft.com/office/officeart/2005/8/layout/orgChart1"/>
    <dgm:cxn modelId="{ECE2CFB6-29E8-4B2E-9AF7-284C231D9225}" type="presParOf" srcId="{FE430E01-E960-4CCF-BC5D-C18EEA88F293}" destId="{BEBE3405-403D-4516-915E-24E312415129}" srcOrd="4" destOrd="0" presId="urn:microsoft.com/office/officeart/2005/8/layout/orgChart1"/>
    <dgm:cxn modelId="{058A0F41-2754-4154-9F92-A776905B6E02}" type="presParOf" srcId="{FE430E01-E960-4CCF-BC5D-C18EEA88F293}" destId="{B8E8577C-F2D4-482A-94FE-CD838B0968AC}" srcOrd="5" destOrd="0" presId="urn:microsoft.com/office/officeart/2005/8/layout/orgChart1"/>
    <dgm:cxn modelId="{38EA2862-8E05-404D-B4D7-F3C3D9470E06}" type="presParOf" srcId="{B8E8577C-F2D4-482A-94FE-CD838B0968AC}" destId="{D0E366DA-B9DF-4696-85FE-86CFFFB81CE5}" srcOrd="0" destOrd="0" presId="urn:microsoft.com/office/officeart/2005/8/layout/orgChart1"/>
    <dgm:cxn modelId="{C4E2A2F7-7737-45F5-9143-FEB532226A2D}" type="presParOf" srcId="{D0E366DA-B9DF-4696-85FE-86CFFFB81CE5}" destId="{2CE2EC96-1BD6-4326-954B-1F7EBAB4F18F}" srcOrd="0" destOrd="0" presId="urn:microsoft.com/office/officeart/2005/8/layout/orgChart1"/>
    <dgm:cxn modelId="{F4D08F66-BD88-482F-BB6B-DA160C5D1A91}" type="presParOf" srcId="{D0E366DA-B9DF-4696-85FE-86CFFFB81CE5}" destId="{8BCEB068-378C-47F3-A0BB-0A9AB8D70BA2}" srcOrd="1" destOrd="0" presId="urn:microsoft.com/office/officeart/2005/8/layout/orgChart1"/>
    <dgm:cxn modelId="{41B90333-5C40-42F7-A8EC-81477E13BCC6}" type="presParOf" srcId="{B8E8577C-F2D4-482A-94FE-CD838B0968AC}" destId="{4249B0B1-B1D1-4772-990C-0E37E9AFC00B}" srcOrd="1" destOrd="0" presId="urn:microsoft.com/office/officeart/2005/8/layout/orgChart1"/>
    <dgm:cxn modelId="{B6D784DE-CC3A-41DD-9600-086CD1474804}" type="presParOf" srcId="{B8E8577C-F2D4-482A-94FE-CD838B0968AC}" destId="{6D2C32ED-73AE-4CC2-A38A-770A0E2EA239}" srcOrd="2" destOrd="0" presId="urn:microsoft.com/office/officeart/2005/8/layout/orgChart1"/>
    <dgm:cxn modelId="{DC2C1293-E985-4280-A754-41C5555E41C9}" type="presParOf" srcId="{FE430E01-E960-4CCF-BC5D-C18EEA88F293}" destId="{DEEB1BA0-559A-4568-84A4-853F952D3036}" srcOrd="6" destOrd="0" presId="urn:microsoft.com/office/officeart/2005/8/layout/orgChart1"/>
    <dgm:cxn modelId="{556C6195-4409-430F-81F2-90F081AC8CBF}" type="presParOf" srcId="{FE430E01-E960-4CCF-BC5D-C18EEA88F293}" destId="{7924240E-4D2F-4400-AF16-E55CC5A31F1A}" srcOrd="7" destOrd="0" presId="urn:microsoft.com/office/officeart/2005/8/layout/orgChart1"/>
    <dgm:cxn modelId="{EB654AB7-8CE6-4381-A0D4-37982065A70E}" type="presParOf" srcId="{7924240E-4D2F-4400-AF16-E55CC5A31F1A}" destId="{470C471A-FDD2-45FC-B8CB-0045F315F947}" srcOrd="0" destOrd="0" presId="urn:microsoft.com/office/officeart/2005/8/layout/orgChart1"/>
    <dgm:cxn modelId="{66CBE1A0-FAB9-492F-B951-B73FB0761C06}" type="presParOf" srcId="{470C471A-FDD2-45FC-B8CB-0045F315F947}" destId="{D900FB84-9799-4AAA-8C4C-96009DB84A09}" srcOrd="0" destOrd="0" presId="urn:microsoft.com/office/officeart/2005/8/layout/orgChart1"/>
    <dgm:cxn modelId="{E44107DC-B487-48C6-B79E-6C34463DEC15}" type="presParOf" srcId="{470C471A-FDD2-45FC-B8CB-0045F315F947}" destId="{9A5DC9DB-ACBF-4900-AC1F-164E80E29916}" srcOrd="1" destOrd="0" presId="urn:microsoft.com/office/officeart/2005/8/layout/orgChart1"/>
    <dgm:cxn modelId="{5847D703-65CC-4070-AE5D-A31DFEE58CE7}" type="presParOf" srcId="{7924240E-4D2F-4400-AF16-E55CC5A31F1A}" destId="{8A82E1E1-374B-462D-BAA4-C08045899628}" srcOrd="1" destOrd="0" presId="urn:microsoft.com/office/officeart/2005/8/layout/orgChart1"/>
    <dgm:cxn modelId="{73056685-AF92-4ADE-A6F1-3A97BC630C84}" type="presParOf" srcId="{7924240E-4D2F-4400-AF16-E55CC5A31F1A}" destId="{6BF051FA-0941-40BE-9ED2-CECD53147F15}" srcOrd="2" destOrd="0" presId="urn:microsoft.com/office/officeart/2005/8/layout/orgChart1"/>
    <dgm:cxn modelId="{A3BCA0AB-A223-4181-A41C-C64BB4B54FE5}" type="presParOf" srcId="{FE430E01-E960-4CCF-BC5D-C18EEA88F293}" destId="{791202A3-8805-4E18-9AAA-18D2F2583801}" srcOrd="8" destOrd="0" presId="urn:microsoft.com/office/officeart/2005/8/layout/orgChart1"/>
    <dgm:cxn modelId="{1F4390FB-73D4-4668-9DD8-144C33C322B9}" type="presParOf" srcId="{FE430E01-E960-4CCF-BC5D-C18EEA88F293}" destId="{239D3C18-7007-4565-80D8-E301CCF22F23}" srcOrd="9" destOrd="0" presId="urn:microsoft.com/office/officeart/2005/8/layout/orgChart1"/>
    <dgm:cxn modelId="{BF4885DC-3132-47DC-968D-06F77206AE96}" type="presParOf" srcId="{239D3C18-7007-4565-80D8-E301CCF22F23}" destId="{97DC71B4-87F6-4664-9925-6862878EF8AC}" srcOrd="0" destOrd="0" presId="urn:microsoft.com/office/officeart/2005/8/layout/orgChart1"/>
    <dgm:cxn modelId="{BB171031-4BE6-4560-A1F5-3EF6BD35A63C}" type="presParOf" srcId="{97DC71B4-87F6-4664-9925-6862878EF8AC}" destId="{43D35E33-7F95-4A5E-B011-D3BB2306A20E}" srcOrd="0" destOrd="0" presId="urn:microsoft.com/office/officeart/2005/8/layout/orgChart1"/>
    <dgm:cxn modelId="{4E558067-14E3-4316-9F51-9A2D6D85EA4D}" type="presParOf" srcId="{97DC71B4-87F6-4664-9925-6862878EF8AC}" destId="{AD11E8E3-D32A-49D4-A5AC-643B4E7ECC9C}" srcOrd="1" destOrd="0" presId="urn:microsoft.com/office/officeart/2005/8/layout/orgChart1"/>
    <dgm:cxn modelId="{AB23A7AE-A22E-4807-BBDB-13507AAEEAEF}" type="presParOf" srcId="{239D3C18-7007-4565-80D8-E301CCF22F23}" destId="{00B995CD-6F16-48DB-A32C-482909F23B0E}" srcOrd="1" destOrd="0" presId="urn:microsoft.com/office/officeart/2005/8/layout/orgChart1"/>
    <dgm:cxn modelId="{3EC925BB-D64E-45F9-BF6B-9E923F24AF4B}" type="presParOf" srcId="{239D3C18-7007-4565-80D8-E301CCF22F23}" destId="{1E23B3E9-47DB-4480-97B3-E172ED0EEBAB}" srcOrd="2" destOrd="0" presId="urn:microsoft.com/office/officeart/2005/8/layout/orgChart1"/>
    <dgm:cxn modelId="{070EE287-66DB-4388-A26F-D7E64B417308}" type="presParOf" srcId="{FC30BBB3-6F2F-4E90-9AD9-C0542B921877}" destId="{02E545C5-66C2-485E-9477-33283DD4778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1E275CB-B189-4B7A-9903-3C604767609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42DA5AFD-064C-489D-9CDE-DEC1BCA9AF2C}">
      <dgm:prSet/>
      <dgm:spPr/>
      <dgm:t>
        <a:bodyPr/>
        <a:lstStyle/>
        <a:p>
          <a:r>
            <a:rPr lang="en-US" dirty="0" err="1"/>
            <a:t>CryIF</a:t>
          </a:r>
          <a:r>
            <a:rPr lang="en-US" dirty="0"/>
            <a:t>  </a:t>
          </a:r>
          <a:br>
            <a:rPr lang="en-US" dirty="0"/>
          </a:br>
          <a:r>
            <a:rPr lang="en-US" dirty="0"/>
            <a:t>Crypto Interface</a:t>
          </a:r>
        </a:p>
      </dgm:t>
    </dgm:pt>
    <dgm:pt modelId="{264F0933-A4E1-4738-9528-470E48EB0AD7}" type="parTrans" cxnId="{FB759F9C-26F1-43B5-ACE4-AF45DF8F1088}">
      <dgm:prSet/>
      <dgm:spPr/>
      <dgm:t>
        <a:bodyPr/>
        <a:lstStyle/>
        <a:p>
          <a:endParaRPr lang="en-US"/>
        </a:p>
      </dgm:t>
    </dgm:pt>
    <dgm:pt modelId="{1069E4A8-1FB5-4EDD-A492-8A995CE4A3CD}" type="sibTrans" cxnId="{FB759F9C-26F1-43B5-ACE4-AF45DF8F1088}">
      <dgm:prSet/>
      <dgm:spPr/>
      <dgm:t>
        <a:bodyPr/>
        <a:lstStyle/>
        <a:p>
          <a:endParaRPr lang="en-US"/>
        </a:p>
      </dgm:t>
    </dgm:pt>
    <dgm:pt modelId="{6C2EC319-E0FD-4EE5-93B9-8FD01C891C2E}" type="pres">
      <dgm:prSet presAssocID="{41E275CB-B189-4B7A-9903-3C6047676091}" presName="Name0" presStyleCnt="0">
        <dgm:presLayoutVars>
          <dgm:dir/>
          <dgm:animLvl val="lvl"/>
          <dgm:resizeHandles val="exact"/>
        </dgm:presLayoutVars>
      </dgm:prSet>
      <dgm:spPr/>
    </dgm:pt>
    <dgm:pt modelId="{A151B09C-79FB-43BA-BF76-65C6AF734DE3}" type="pres">
      <dgm:prSet presAssocID="{42DA5AFD-064C-489D-9CDE-DEC1BCA9AF2C}" presName="linNode" presStyleCnt="0"/>
      <dgm:spPr/>
    </dgm:pt>
    <dgm:pt modelId="{0FDF3A66-9DDB-4BBD-AC6B-E6A89041255D}" type="pres">
      <dgm:prSet presAssocID="{42DA5AFD-064C-489D-9CDE-DEC1BCA9AF2C}" presName="parentText" presStyleLbl="node1" presStyleIdx="0" presStyleCnt="1">
        <dgm:presLayoutVars>
          <dgm:chMax val="1"/>
          <dgm:bulletEnabled val="1"/>
        </dgm:presLayoutVars>
      </dgm:prSet>
      <dgm:spPr/>
    </dgm:pt>
  </dgm:ptLst>
  <dgm:cxnLst>
    <dgm:cxn modelId="{0A7E6E21-3E4E-4F76-A5A2-9027BF34B5EF}" type="presOf" srcId="{41E275CB-B189-4B7A-9903-3C6047676091}" destId="{6C2EC319-E0FD-4EE5-93B9-8FD01C891C2E}" srcOrd="0" destOrd="0" presId="urn:microsoft.com/office/officeart/2005/8/layout/vList5"/>
    <dgm:cxn modelId="{FAE1262E-BAC0-4D04-A7EC-6292682275FC}" type="presOf" srcId="{42DA5AFD-064C-489D-9CDE-DEC1BCA9AF2C}" destId="{0FDF3A66-9DDB-4BBD-AC6B-E6A89041255D}" srcOrd="0" destOrd="0" presId="urn:microsoft.com/office/officeart/2005/8/layout/vList5"/>
    <dgm:cxn modelId="{FB759F9C-26F1-43B5-ACE4-AF45DF8F1088}" srcId="{41E275CB-B189-4B7A-9903-3C6047676091}" destId="{42DA5AFD-064C-489D-9CDE-DEC1BCA9AF2C}" srcOrd="0" destOrd="0" parTransId="{264F0933-A4E1-4738-9528-470E48EB0AD7}" sibTransId="{1069E4A8-1FB5-4EDD-A492-8A995CE4A3CD}"/>
    <dgm:cxn modelId="{0601077B-A9CE-4FDE-AA81-1A06CCD488C4}" type="presParOf" srcId="{6C2EC319-E0FD-4EE5-93B9-8FD01C891C2E}" destId="{A151B09C-79FB-43BA-BF76-65C6AF734DE3}" srcOrd="0" destOrd="0" presId="urn:microsoft.com/office/officeart/2005/8/layout/vList5"/>
    <dgm:cxn modelId="{461EAFC7-5EC7-4A4B-BE7A-9737CAC820F9}" type="presParOf" srcId="{A151B09C-79FB-43BA-BF76-65C6AF734DE3}" destId="{0FDF3A66-9DDB-4BBD-AC6B-E6A89041255D}"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EBBC3F3F-3040-4977-9E03-CD2B3F55C74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48A4AB69-DC4D-49CF-A871-7C853E19F880}">
      <dgm:prSet/>
      <dgm:spPr/>
      <dgm:t>
        <a:bodyPr/>
        <a:lstStyle/>
        <a:p>
          <a:r>
            <a:rPr lang="en-US" b="0" i="0" dirty="0"/>
            <a:t>Crypto Interface (</a:t>
          </a:r>
          <a:r>
            <a:rPr lang="en-US" b="0" i="0" dirty="0" err="1"/>
            <a:t>CryIf</a:t>
          </a:r>
          <a:r>
            <a:rPr lang="en-US" b="0" i="0" dirty="0"/>
            <a:t>) is an ECU abstraction layer module which abstracts the services provided by the low level Software or Hardware driver from CSM.</a:t>
          </a:r>
        </a:p>
        <a:p>
          <a:r>
            <a:rPr lang="en-US" b="0" i="0" dirty="0"/>
            <a:t>so that CSM can provide a standardized interface to the application.</a:t>
          </a:r>
        </a:p>
      </dgm:t>
    </dgm:pt>
    <dgm:pt modelId="{91487502-926B-4ADB-9EDD-89C29DF5BBB1}" type="parTrans" cxnId="{2BC8268E-FBEE-47F5-975F-3EF896F46AA5}">
      <dgm:prSet/>
      <dgm:spPr/>
      <dgm:t>
        <a:bodyPr/>
        <a:lstStyle/>
        <a:p>
          <a:endParaRPr lang="en-US"/>
        </a:p>
      </dgm:t>
    </dgm:pt>
    <dgm:pt modelId="{696A5E20-D205-4F4C-8FE4-D04C5C84DBF1}" type="sibTrans" cxnId="{2BC8268E-FBEE-47F5-975F-3EF896F46AA5}">
      <dgm:prSet/>
      <dgm:spPr/>
      <dgm:t>
        <a:bodyPr/>
        <a:lstStyle/>
        <a:p>
          <a:endParaRPr lang="en-US"/>
        </a:p>
      </dgm:t>
    </dgm:pt>
    <dgm:pt modelId="{AB0CC6D0-C304-4613-91C7-CF4215B22D23}">
      <dgm:prSet/>
      <dgm:spPr/>
      <dgm:t>
        <a:bodyPr/>
        <a:lstStyle/>
        <a:p>
          <a:r>
            <a:rPr lang="en-US" b="0" i="0" dirty="0"/>
            <a:t>It gives interfaces to be used by the application through the CSM</a:t>
          </a:r>
          <a:br>
            <a:rPr lang="en-US" b="0" i="0" dirty="0"/>
          </a:br>
          <a:endParaRPr lang="en-US" b="0" i="0" dirty="0"/>
        </a:p>
      </dgm:t>
    </dgm:pt>
    <dgm:pt modelId="{C499638C-2715-42F9-8B99-C0D61ABBB66C}" type="parTrans" cxnId="{9619AC00-344F-4955-9597-52F726C64859}">
      <dgm:prSet/>
      <dgm:spPr/>
      <dgm:t>
        <a:bodyPr/>
        <a:lstStyle/>
        <a:p>
          <a:endParaRPr lang="en-US"/>
        </a:p>
      </dgm:t>
    </dgm:pt>
    <dgm:pt modelId="{7F335474-D053-479A-A6A3-FD21CE4E5A41}" type="sibTrans" cxnId="{9619AC00-344F-4955-9597-52F726C64859}">
      <dgm:prSet/>
      <dgm:spPr/>
      <dgm:t>
        <a:bodyPr/>
        <a:lstStyle/>
        <a:p>
          <a:endParaRPr lang="en-US"/>
        </a:p>
      </dgm:t>
    </dgm:pt>
    <dgm:pt modelId="{2C8E8086-F4E2-4747-B683-80D20791F828}">
      <dgm:prSet/>
      <dgm:spPr/>
      <dgm:t>
        <a:bodyPr/>
        <a:lstStyle/>
        <a:p>
          <a:r>
            <a:rPr lang="en-US" b="0" i="0" dirty="0"/>
            <a:t>These interfaces are actually implemented </a:t>
          </a:r>
          <a:br>
            <a:rPr lang="en-US" b="0" i="0" dirty="0"/>
          </a:br>
          <a:r>
            <a:rPr lang="en-US" b="0" i="0" dirty="0"/>
            <a:t>in the in the Crypto Driver (found in the MCAL layer of the Same ECU) </a:t>
          </a:r>
          <a:br>
            <a:rPr lang="en-US" b="0" i="0" dirty="0"/>
          </a:br>
          <a:r>
            <a:rPr lang="en-US" b="0" i="0" dirty="0"/>
            <a:t>or </a:t>
          </a:r>
          <a:br>
            <a:rPr lang="en-US" b="0" i="0" dirty="0"/>
          </a:br>
          <a:r>
            <a:rPr lang="en-US" b="0" i="0" dirty="0"/>
            <a:t>from External Crypto Driver (from another ECU)</a:t>
          </a:r>
        </a:p>
      </dgm:t>
    </dgm:pt>
    <dgm:pt modelId="{7124AAE3-18F5-4408-BB95-422C5BCE87A2}" type="parTrans" cxnId="{1CA89B0D-63B1-4940-B0C7-89401AEA38D1}">
      <dgm:prSet/>
      <dgm:spPr/>
      <dgm:t>
        <a:bodyPr/>
        <a:lstStyle/>
        <a:p>
          <a:endParaRPr lang="en-US"/>
        </a:p>
      </dgm:t>
    </dgm:pt>
    <dgm:pt modelId="{791626AE-1E40-4698-8391-00D62426B4EB}" type="sibTrans" cxnId="{1CA89B0D-63B1-4940-B0C7-89401AEA38D1}">
      <dgm:prSet/>
      <dgm:spPr/>
      <dgm:t>
        <a:bodyPr/>
        <a:lstStyle/>
        <a:p>
          <a:endParaRPr lang="en-US"/>
        </a:p>
      </dgm:t>
    </dgm:pt>
    <dgm:pt modelId="{AB26B97A-8D6A-42AE-B259-B389C9BBE477}" type="pres">
      <dgm:prSet presAssocID="{EBBC3F3F-3040-4977-9E03-CD2B3F55C746}" presName="linear" presStyleCnt="0">
        <dgm:presLayoutVars>
          <dgm:animLvl val="lvl"/>
          <dgm:resizeHandles val="exact"/>
        </dgm:presLayoutVars>
      </dgm:prSet>
      <dgm:spPr/>
    </dgm:pt>
    <dgm:pt modelId="{22BC7430-C765-4A30-8469-8EBB21043867}" type="pres">
      <dgm:prSet presAssocID="{48A4AB69-DC4D-49CF-A871-7C853E19F880}" presName="parentText" presStyleLbl="node1" presStyleIdx="0" presStyleCnt="3">
        <dgm:presLayoutVars>
          <dgm:chMax val="0"/>
          <dgm:bulletEnabled val="1"/>
        </dgm:presLayoutVars>
      </dgm:prSet>
      <dgm:spPr/>
    </dgm:pt>
    <dgm:pt modelId="{5F8F7239-3BE3-41D7-89B3-03A7439170C4}" type="pres">
      <dgm:prSet presAssocID="{696A5E20-D205-4F4C-8FE4-D04C5C84DBF1}" presName="spacer" presStyleCnt="0"/>
      <dgm:spPr/>
    </dgm:pt>
    <dgm:pt modelId="{C9A23B18-D468-442A-9E41-030F80F897D9}" type="pres">
      <dgm:prSet presAssocID="{AB0CC6D0-C304-4613-91C7-CF4215B22D23}" presName="parentText" presStyleLbl="node1" presStyleIdx="1" presStyleCnt="3">
        <dgm:presLayoutVars>
          <dgm:chMax val="0"/>
          <dgm:bulletEnabled val="1"/>
        </dgm:presLayoutVars>
      </dgm:prSet>
      <dgm:spPr/>
    </dgm:pt>
    <dgm:pt modelId="{3FBDB90C-8462-4E24-9704-89F00C51819B}" type="pres">
      <dgm:prSet presAssocID="{7F335474-D053-479A-A6A3-FD21CE4E5A41}" presName="spacer" presStyleCnt="0"/>
      <dgm:spPr/>
    </dgm:pt>
    <dgm:pt modelId="{0088FF35-52BB-47E4-83B3-0C56978DA450}" type="pres">
      <dgm:prSet presAssocID="{2C8E8086-F4E2-4747-B683-80D20791F828}" presName="parentText" presStyleLbl="node1" presStyleIdx="2" presStyleCnt="3">
        <dgm:presLayoutVars>
          <dgm:chMax val="0"/>
          <dgm:bulletEnabled val="1"/>
        </dgm:presLayoutVars>
      </dgm:prSet>
      <dgm:spPr/>
    </dgm:pt>
  </dgm:ptLst>
  <dgm:cxnLst>
    <dgm:cxn modelId="{9619AC00-344F-4955-9597-52F726C64859}" srcId="{EBBC3F3F-3040-4977-9E03-CD2B3F55C746}" destId="{AB0CC6D0-C304-4613-91C7-CF4215B22D23}" srcOrd="1" destOrd="0" parTransId="{C499638C-2715-42F9-8B99-C0D61ABBB66C}" sibTransId="{7F335474-D053-479A-A6A3-FD21CE4E5A41}"/>
    <dgm:cxn modelId="{1CA89B0D-63B1-4940-B0C7-89401AEA38D1}" srcId="{EBBC3F3F-3040-4977-9E03-CD2B3F55C746}" destId="{2C8E8086-F4E2-4747-B683-80D20791F828}" srcOrd="2" destOrd="0" parTransId="{7124AAE3-18F5-4408-BB95-422C5BCE87A2}" sibTransId="{791626AE-1E40-4698-8391-00D62426B4EB}"/>
    <dgm:cxn modelId="{3C699619-7AAC-470D-8DFC-DEF81750D23D}" type="presOf" srcId="{AB0CC6D0-C304-4613-91C7-CF4215B22D23}" destId="{C9A23B18-D468-442A-9E41-030F80F897D9}" srcOrd="0" destOrd="0" presId="urn:microsoft.com/office/officeart/2005/8/layout/vList2"/>
    <dgm:cxn modelId="{3FBF742E-6678-4E4F-89C9-949E8A39166E}" type="presOf" srcId="{2C8E8086-F4E2-4747-B683-80D20791F828}" destId="{0088FF35-52BB-47E4-83B3-0C56978DA450}" srcOrd="0" destOrd="0" presId="urn:microsoft.com/office/officeart/2005/8/layout/vList2"/>
    <dgm:cxn modelId="{2BC8268E-FBEE-47F5-975F-3EF896F46AA5}" srcId="{EBBC3F3F-3040-4977-9E03-CD2B3F55C746}" destId="{48A4AB69-DC4D-49CF-A871-7C853E19F880}" srcOrd="0" destOrd="0" parTransId="{91487502-926B-4ADB-9EDD-89C29DF5BBB1}" sibTransId="{696A5E20-D205-4F4C-8FE4-D04C5C84DBF1}"/>
    <dgm:cxn modelId="{CF1D32F2-93C8-46E0-BA4E-D3CF75A2DF52}" type="presOf" srcId="{48A4AB69-DC4D-49CF-A871-7C853E19F880}" destId="{22BC7430-C765-4A30-8469-8EBB21043867}" srcOrd="0" destOrd="0" presId="urn:microsoft.com/office/officeart/2005/8/layout/vList2"/>
    <dgm:cxn modelId="{1E1CABF5-B03E-4F0D-AD11-09F094E974CF}" type="presOf" srcId="{EBBC3F3F-3040-4977-9E03-CD2B3F55C746}" destId="{AB26B97A-8D6A-42AE-B259-B389C9BBE477}" srcOrd="0" destOrd="0" presId="urn:microsoft.com/office/officeart/2005/8/layout/vList2"/>
    <dgm:cxn modelId="{26D77C89-E504-4883-9043-04D0A2191B02}" type="presParOf" srcId="{AB26B97A-8D6A-42AE-B259-B389C9BBE477}" destId="{22BC7430-C765-4A30-8469-8EBB21043867}" srcOrd="0" destOrd="0" presId="urn:microsoft.com/office/officeart/2005/8/layout/vList2"/>
    <dgm:cxn modelId="{3CE58F69-D404-4C4A-9894-4A83D1801EF9}" type="presParOf" srcId="{AB26B97A-8D6A-42AE-B259-B389C9BBE477}" destId="{5F8F7239-3BE3-41D7-89B3-03A7439170C4}" srcOrd="1" destOrd="0" presId="urn:microsoft.com/office/officeart/2005/8/layout/vList2"/>
    <dgm:cxn modelId="{DA52757B-30C7-4DCF-9D74-6AB591499C53}" type="presParOf" srcId="{AB26B97A-8D6A-42AE-B259-B389C9BBE477}" destId="{C9A23B18-D468-442A-9E41-030F80F897D9}" srcOrd="2" destOrd="0" presId="urn:microsoft.com/office/officeart/2005/8/layout/vList2"/>
    <dgm:cxn modelId="{C1A34741-4D0B-4AA9-BBC5-34A2AC393BC5}" type="presParOf" srcId="{AB26B97A-8D6A-42AE-B259-B389C9BBE477}" destId="{3FBDB90C-8462-4E24-9704-89F00C51819B}" srcOrd="3" destOrd="0" presId="urn:microsoft.com/office/officeart/2005/8/layout/vList2"/>
    <dgm:cxn modelId="{32F67442-3BC8-41E5-A40F-BD9D02E2B317}" type="presParOf" srcId="{AB26B97A-8D6A-42AE-B259-B389C9BBE477}" destId="{0088FF35-52BB-47E4-83B3-0C56978DA450}"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41E275CB-B189-4B7A-9903-3C604767609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42DA5AFD-064C-489D-9CDE-DEC1BCA9AF2C}">
      <dgm:prSet/>
      <dgm:spPr/>
      <dgm:t>
        <a:bodyPr/>
        <a:lstStyle/>
        <a:p>
          <a:r>
            <a:rPr lang="en-US" dirty="0"/>
            <a:t>Crypto Driver</a:t>
          </a:r>
        </a:p>
      </dgm:t>
    </dgm:pt>
    <dgm:pt modelId="{264F0933-A4E1-4738-9528-470E48EB0AD7}" type="parTrans" cxnId="{FB759F9C-26F1-43B5-ACE4-AF45DF8F1088}">
      <dgm:prSet/>
      <dgm:spPr/>
      <dgm:t>
        <a:bodyPr/>
        <a:lstStyle/>
        <a:p>
          <a:endParaRPr lang="en-US"/>
        </a:p>
      </dgm:t>
    </dgm:pt>
    <dgm:pt modelId="{1069E4A8-1FB5-4EDD-A492-8A995CE4A3CD}" type="sibTrans" cxnId="{FB759F9C-26F1-43B5-ACE4-AF45DF8F1088}">
      <dgm:prSet/>
      <dgm:spPr/>
      <dgm:t>
        <a:bodyPr/>
        <a:lstStyle/>
        <a:p>
          <a:endParaRPr lang="en-US"/>
        </a:p>
      </dgm:t>
    </dgm:pt>
    <dgm:pt modelId="{6C2EC319-E0FD-4EE5-93B9-8FD01C891C2E}" type="pres">
      <dgm:prSet presAssocID="{41E275CB-B189-4B7A-9903-3C6047676091}" presName="Name0" presStyleCnt="0">
        <dgm:presLayoutVars>
          <dgm:dir/>
          <dgm:animLvl val="lvl"/>
          <dgm:resizeHandles val="exact"/>
        </dgm:presLayoutVars>
      </dgm:prSet>
      <dgm:spPr/>
    </dgm:pt>
    <dgm:pt modelId="{A151B09C-79FB-43BA-BF76-65C6AF734DE3}" type="pres">
      <dgm:prSet presAssocID="{42DA5AFD-064C-489D-9CDE-DEC1BCA9AF2C}" presName="linNode" presStyleCnt="0"/>
      <dgm:spPr/>
    </dgm:pt>
    <dgm:pt modelId="{0FDF3A66-9DDB-4BBD-AC6B-E6A89041255D}" type="pres">
      <dgm:prSet presAssocID="{42DA5AFD-064C-489D-9CDE-DEC1BCA9AF2C}" presName="parentText" presStyleLbl="node1" presStyleIdx="0" presStyleCnt="1">
        <dgm:presLayoutVars>
          <dgm:chMax val="1"/>
          <dgm:bulletEnabled val="1"/>
        </dgm:presLayoutVars>
      </dgm:prSet>
      <dgm:spPr/>
    </dgm:pt>
  </dgm:ptLst>
  <dgm:cxnLst>
    <dgm:cxn modelId="{0A7E6E21-3E4E-4F76-A5A2-9027BF34B5EF}" type="presOf" srcId="{41E275CB-B189-4B7A-9903-3C6047676091}" destId="{6C2EC319-E0FD-4EE5-93B9-8FD01C891C2E}" srcOrd="0" destOrd="0" presId="urn:microsoft.com/office/officeart/2005/8/layout/vList5"/>
    <dgm:cxn modelId="{FAE1262E-BAC0-4D04-A7EC-6292682275FC}" type="presOf" srcId="{42DA5AFD-064C-489D-9CDE-DEC1BCA9AF2C}" destId="{0FDF3A66-9DDB-4BBD-AC6B-E6A89041255D}" srcOrd="0" destOrd="0" presId="urn:microsoft.com/office/officeart/2005/8/layout/vList5"/>
    <dgm:cxn modelId="{FB759F9C-26F1-43B5-ACE4-AF45DF8F1088}" srcId="{41E275CB-B189-4B7A-9903-3C6047676091}" destId="{42DA5AFD-064C-489D-9CDE-DEC1BCA9AF2C}" srcOrd="0" destOrd="0" parTransId="{264F0933-A4E1-4738-9528-470E48EB0AD7}" sibTransId="{1069E4A8-1FB5-4EDD-A492-8A995CE4A3CD}"/>
    <dgm:cxn modelId="{0601077B-A9CE-4FDE-AA81-1A06CCD488C4}" type="presParOf" srcId="{6C2EC319-E0FD-4EE5-93B9-8FD01C891C2E}" destId="{A151B09C-79FB-43BA-BF76-65C6AF734DE3}" srcOrd="0" destOrd="0" presId="urn:microsoft.com/office/officeart/2005/8/layout/vList5"/>
    <dgm:cxn modelId="{461EAFC7-5EC7-4A4B-BE7A-9737CAC820F9}" type="presParOf" srcId="{A151B09C-79FB-43BA-BF76-65C6AF734DE3}" destId="{0FDF3A66-9DDB-4BBD-AC6B-E6A89041255D}"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EBBC3F3F-3040-4977-9E03-CD2B3F55C74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70A227E-685C-424E-8DCE-7801A2EA139F}">
      <dgm:prSet/>
      <dgm:spPr/>
      <dgm:t>
        <a:bodyPr/>
        <a:lstStyle/>
        <a:p>
          <a:r>
            <a:rPr lang="en-US" b="0" i="0" dirty="0"/>
            <a:t>Crypto Driver is an MCAL module which has an implementation for a cryptographic service.</a:t>
          </a:r>
        </a:p>
      </dgm:t>
    </dgm:pt>
    <dgm:pt modelId="{B1E5CE60-6129-41B7-AAE7-4D4814903735}" type="parTrans" cxnId="{98D3AF3E-3312-49EF-A012-C07C8C113DEF}">
      <dgm:prSet/>
      <dgm:spPr/>
      <dgm:t>
        <a:bodyPr/>
        <a:lstStyle/>
        <a:p>
          <a:endParaRPr lang="en-US"/>
        </a:p>
      </dgm:t>
    </dgm:pt>
    <dgm:pt modelId="{A9A365FF-E52C-4CB0-9C94-EAF51EACF236}" type="sibTrans" cxnId="{98D3AF3E-3312-49EF-A012-C07C8C113DEF}">
      <dgm:prSet/>
      <dgm:spPr/>
      <dgm:t>
        <a:bodyPr/>
        <a:lstStyle/>
        <a:p>
          <a:endParaRPr lang="en-US"/>
        </a:p>
      </dgm:t>
    </dgm:pt>
    <dgm:pt modelId="{69A5218A-8D68-4968-AAF3-A661795A0060}">
      <dgm:prSet/>
      <dgm:spPr/>
      <dgm:t>
        <a:bodyPr/>
        <a:lstStyle/>
        <a:p>
          <a:r>
            <a:rPr lang="en-US" b="0" i="0"/>
            <a:t>Hardware </a:t>
          </a:r>
          <a:r>
            <a:rPr lang="en-US" b="0" i="0" dirty="0"/>
            <a:t>is also used to provide the functionality but it is then mostly accessed using an SPI handler.</a:t>
          </a:r>
          <a:endParaRPr lang="en-US" dirty="0"/>
        </a:p>
      </dgm:t>
    </dgm:pt>
    <dgm:pt modelId="{732C4A56-AC87-408E-9F58-D07675E29666}" type="parTrans" cxnId="{4BCC6359-420B-4BE0-8C27-680460018FDF}">
      <dgm:prSet/>
      <dgm:spPr/>
      <dgm:t>
        <a:bodyPr/>
        <a:lstStyle/>
        <a:p>
          <a:endParaRPr lang="en-US"/>
        </a:p>
      </dgm:t>
    </dgm:pt>
    <dgm:pt modelId="{CB0D0918-1DF7-4CF1-83C8-A563B6C64C65}" type="sibTrans" cxnId="{4BCC6359-420B-4BE0-8C27-680460018FDF}">
      <dgm:prSet/>
      <dgm:spPr/>
      <dgm:t>
        <a:bodyPr/>
        <a:lstStyle/>
        <a:p>
          <a:endParaRPr lang="en-US"/>
        </a:p>
      </dgm:t>
    </dgm:pt>
    <dgm:pt modelId="{863DE3DB-DB51-4AE1-899A-52E25071F21A}">
      <dgm:prSet/>
      <dgm:spPr/>
      <dgm:t>
        <a:bodyPr/>
        <a:lstStyle/>
        <a:p>
          <a:r>
            <a:rPr lang="en-US" b="0" i="0"/>
            <a:t>It </a:t>
          </a:r>
          <a:r>
            <a:rPr lang="en-US" b="0" i="0" dirty="0"/>
            <a:t>can be software or a hardware module. </a:t>
          </a:r>
          <a:endParaRPr lang="en-US" dirty="0"/>
        </a:p>
      </dgm:t>
    </dgm:pt>
    <dgm:pt modelId="{114B3CDA-40F1-4738-B95E-93632B4B64A4}" type="parTrans" cxnId="{4CCB81C5-C0B7-4DD7-98E6-9643295FBB23}">
      <dgm:prSet/>
      <dgm:spPr/>
      <dgm:t>
        <a:bodyPr/>
        <a:lstStyle/>
        <a:p>
          <a:endParaRPr lang="en-US"/>
        </a:p>
      </dgm:t>
    </dgm:pt>
    <dgm:pt modelId="{D0C7F780-5E7C-4BFD-8842-BE5D8B628900}" type="sibTrans" cxnId="{4CCB81C5-C0B7-4DD7-98E6-9643295FBB23}">
      <dgm:prSet/>
      <dgm:spPr/>
      <dgm:t>
        <a:bodyPr/>
        <a:lstStyle/>
        <a:p>
          <a:endParaRPr lang="en-US"/>
        </a:p>
      </dgm:t>
    </dgm:pt>
    <dgm:pt modelId="{AB26B97A-8D6A-42AE-B259-B389C9BBE477}" type="pres">
      <dgm:prSet presAssocID="{EBBC3F3F-3040-4977-9E03-CD2B3F55C746}" presName="linear" presStyleCnt="0">
        <dgm:presLayoutVars>
          <dgm:animLvl val="lvl"/>
          <dgm:resizeHandles val="exact"/>
        </dgm:presLayoutVars>
      </dgm:prSet>
      <dgm:spPr/>
    </dgm:pt>
    <dgm:pt modelId="{D124ACBB-4F45-42F3-91E0-00B6B578FC3C}" type="pres">
      <dgm:prSet presAssocID="{070A227E-685C-424E-8DCE-7801A2EA139F}" presName="parentText" presStyleLbl="node1" presStyleIdx="0" presStyleCnt="3">
        <dgm:presLayoutVars>
          <dgm:chMax val="0"/>
          <dgm:bulletEnabled val="1"/>
        </dgm:presLayoutVars>
      </dgm:prSet>
      <dgm:spPr/>
    </dgm:pt>
    <dgm:pt modelId="{8F1086D8-FFB6-4C66-9FAE-BCB6743421E1}" type="pres">
      <dgm:prSet presAssocID="{A9A365FF-E52C-4CB0-9C94-EAF51EACF236}" presName="spacer" presStyleCnt="0"/>
      <dgm:spPr/>
    </dgm:pt>
    <dgm:pt modelId="{F1B4DD13-80A9-4317-9E2D-D65194EBB942}" type="pres">
      <dgm:prSet presAssocID="{863DE3DB-DB51-4AE1-899A-52E25071F21A}" presName="parentText" presStyleLbl="node1" presStyleIdx="1" presStyleCnt="3">
        <dgm:presLayoutVars>
          <dgm:chMax val="0"/>
          <dgm:bulletEnabled val="1"/>
        </dgm:presLayoutVars>
      </dgm:prSet>
      <dgm:spPr/>
    </dgm:pt>
    <dgm:pt modelId="{3D982635-FB85-4C13-9C44-DF7E35202D34}" type="pres">
      <dgm:prSet presAssocID="{D0C7F780-5E7C-4BFD-8842-BE5D8B628900}" presName="spacer" presStyleCnt="0"/>
      <dgm:spPr/>
    </dgm:pt>
    <dgm:pt modelId="{F0080BB8-B1DE-4C15-89CC-6ADCF7667A9B}" type="pres">
      <dgm:prSet presAssocID="{69A5218A-8D68-4968-AAF3-A661795A0060}" presName="parentText" presStyleLbl="node1" presStyleIdx="2" presStyleCnt="3">
        <dgm:presLayoutVars>
          <dgm:chMax val="0"/>
          <dgm:bulletEnabled val="1"/>
        </dgm:presLayoutVars>
      </dgm:prSet>
      <dgm:spPr/>
    </dgm:pt>
  </dgm:ptLst>
  <dgm:cxnLst>
    <dgm:cxn modelId="{6D0B0810-7F4B-4869-9314-59CB31CC2F09}" type="presOf" srcId="{070A227E-685C-424E-8DCE-7801A2EA139F}" destId="{D124ACBB-4F45-42F3-91E0-00B6B578FC3C}" srcOrd="0" destOrd="0" presId="urn:microsoft.com/office/officeart/2005/8/layout/vList2"/>
    <dgm:cxn modelId="{55491F10-7CF2-4C94-A956-CD1BF4E6E206}" type="presOf" srcId="{863DE3DB-DB51-4AE1-899A-52E25071F21A}" destId="{F1B4DD13-80A9-4317-9E2D-D65194EBB942}" srcOrd="0" destOrd="0" presId="urn:microsoft.com/office/officeart/2005/8/layout/vList2"/>
    <dgm:cxn modelId="{98D3AF3E-3312-49EF-A012-C07C8C113DEF}" srcId="{EBBC3F3F-3040-4977-9E03-CD2B3F55C746}" destId="{070A227E-685C-424E-8DCE-7801A2EA139F}" srcOrd="0" destOrd="0" parTransId="{B1E5CE60-6129-41B7-AAE7-4D4814903735}" sibTransId="{A9A365FF-E52C-4CB0-9C94-EAF51EACF236}"/>
    <dgm:cxn modelId="{3DEB0249-655C-41AF-AF90-29FEC9E2A183}" type="presOf" srcId="{69A5218A-8D68-4968-AAF3-A661795A0060}" destId="{F0080BB8-B1DE-4C15-89CC-6ADCF7667A9B}" srcOrd="0" destOrd="0" presId="urn:microsoft.com/office/officeart/2005/8/layout/vList2"/>
    <dgm:cxn modelId="{4BCC6359-420B-4BE0-8C27-680460018FDF}" srcId="{EBBC3F3F-3040-4977-9E03-CD2B3F55C746}" destId="{69A5218A-8D68-4968-AAF3-A661795A0060}" srcOrd="2" destOrd="0" parTransId="{732C4A56-AC87-408E-9F58-D07675E29666}" sibTransId="{CB0D0918-1DF7-4CF1-83C8-A563B6C64C65}"/>
    <dgm:cxn modelId="{4CCB81C5-C0B7-4DD7-98E6-9643295FBB23}" srcId="{EBBC3F3F-3040-4977-9E03-CD2B3F55C746}" destId="{863DE3DB-DB51-4AE1-899A-52E25071F21A}" srcOrd="1" destOrd="0" parTransId="{114B3CDA-40F1-4738-B95E-93632B4B64A4}" sibTransId="{D0C7F780-5E7C-4BFD-8842-BE5D8B628900}"/>
    <dgm:cxn modelId="{1E1CABF5-B03E-4F0D-AD11-09F094E974CF}" type="presOf" srcId="{EBBC3F3F-3040-4977-9E03-CD2B3F55C746}" destId="{AB26B97A-8D6A-42AE-B259-B389C9BBE477}" srcOrd="0" destOrd="0" presId="urn:microsoft.com/office/officeart/2005/8/layout/vList2"/>
    <dgm:cxn modelId="{A61DE9CA-B6B1-4696-BEC4-918CA4528960}" type="presParOf" srcId="{AB26B97A-8D6A-42AE-B259-B389C9BBE477}" destId="{D124ACBB-4F45-42F3-91E0-00B6B578FC3C}" srcOrd="0" destOrd="0" presId="urn:microsoft.com/office/officeart/2005/8/layout/vList2"/>
    <dgm:cxn modelId="{A149EEA8-016C-4C60-BA23-75B151760029}" type="presParOf" srcId="{AB26B97A-8D6A-42AE-B259-B389C9BBE477}" destId="{8F1086D8-FFB6-4C66-9FAE-BCB6743421E1}" srcOrd="1" destOrd="0" presId="urn:microsoft.com/office/officeart/2005/8/layout/vList2"/>
    <dgm:cxn modelId="{8CCA72B3-954E-4F0E-A3FE-F36DAADA05B4}" type="presParOf" srcId="{AB26B97A-8D6A-42AE-B259-B389C9BBE477}" destId="{F1B4DD13-80A9-4317-9E2D-D65194EBB942}" srcOrd="2" destOrd="0" presId="urn:microsoft.com/office/officeart/2005/8/layout/vList2"/>
    <dgm:cxn modelId="{E28C37B7-A077-4F81-9072-FFA5DB3DF8A5}" type="presParOf" srcId="{AB26B97A-8D6A-42AE-B259-B389C9BBE477}" destId="{3D982635-FB85-4C13-9C44-DF7E35202D34}" srcOrd="3" destOrd="0" presId="urn:microsoft.com/office/officeart/2005/8/layout/vList2"/>
    <dgm:cxn modelId="{28266753-2CF2-468E-9794-49658119B431}" type="presParOf" srcId="{AB26B97A-8D6A-42AE-B259-B389C9BBE477}" destId="{F0080BB8-B1DE-4C15-89CC-6ADCF7667A9B}"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8DE18CBF-E07E-4B9B-A2EA-47B4A59A099B}"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B98C67DD-A078-4E12-815D-87F7AD7C8F91}">
      <dgm:prSet phldrT="[Text]"/>
      <dgm:spPr/>
      <dgm:t>
        <a:bodyPr/>
        <a:lstStyle/>
        <a:p>
          <a:r>
            <a:rPr lang="en-US" dirty="0"/>
            <a:t>Key elements</a:t>
          </a:r>
        </a:p>
      </dgm:t>
    </dgm:pt>
    <dgm:pt modelId="{E1C87A7F-742E-43A2-BE03-F541D3C250CA}" type="parTrans" cxnId="{FFD09C05-77AA-4B26-8514-088F7A547D53}">
      <dgm:prSet/>
      <dgm:spPr/>
      <dgm:t>
        <a:bodyPr/>
        <a:lstStyle/>
        <a:p>
          <a:endParaRPr lang="en-US"/>
        </a:p>
      </dgm:t>
    </dgm:pt>
    <dgm:pt modelId="{B835F677-9A1A-449A-9D3E-F819BE59BBB2}" type="sibTrans" cxnId="{FFD09C05-77AA-4B26-8514-088F7A547D53}">
      <dgm:prSet/>
      <dgm:spPr/>
      <dgm:t>
        <a:bodyPr/>
        <a:lstStyle/>
        <a:p>
          <a:endParaRPr lang="en-US"/>
        </a:p>
      </dgm:t>
    </dgm:pt>
    <dgm:pt modelId="{8ABE3F0E-3F42-4DCF-9EB4-A46FD792B2E2}">
      <dgm:prSet phldrT="[Text]"/>
      <dgm:spPr/>
      <dgm:t>
        <a:bodyPr/>
        <a:lstStyle/>
        <a:p>
          <a:r>
            <a:rPr lang="en-US" dirty="0"/>
            <a:t>Initialization vector</a:t>
          </a:r>
        </a:p>
      </dgm:t>
    </dgm:pt>
    <dgm:pt modelId="{AE0DEDFD-0275-456A-A834-19EA0EE9E276}" type="parTrans" cxnId="{686906D8-7588-4587-A9A1-0F927B00BABA}">
      <dgm:prSet/>
      <dgm:spPr/>
      <dgm:t>
        <a:bodyPr/>
        <a:lstStyle/>
        <a:p>
          <a:endParaRPr lang="en-US"/>
        </a:p>
      </dgm:t>
    </dgm:pt>
    <dgm:pt modelId="{44C44DA2-4135-46DB-9D87-84DDA790F40D}" type="sibTrans" cxnId="{686906D8-7588-4587-A9A1-0F927B00BABA}">
      <dgm:prSet/>
      <dgm:spPr/>
      <dgm:t>
        <a:bodyPr/>
        <a:lstStyle/>
        <a:p>
          <a:endParaRPr lang="en-US"/>
        </a:p>
      </dgm:t>
    </dgm:pt>
    <dgm:pt modelId="{DB863603-F168-490F-8937-89252ED85635}">
      <dgm:prSet phldrT="[Text]"/>
      <dgm:spPr/>
      <dgm:t>
        <a:bodyPr/>
        <a:lstStyle/>
        <a:p>
          <a:r>
            <a:rPr lang="en-US" dirty="0"/>
            <a:t>modulus</a:t>
          </a:r>
        </a:p>
      </dgm:t>
    </dgm:pt>
    <dgm:pt modelId="{03FB4978-3CD9-4214-AB11-9B99F937F98E}" type="parTrans" cxnId="{99433F53-77D7-45E8-8516-1248A8FDBE5C}">
      <dgm:prSet/>
      <dgm:spPr/>
      <dgm:t>
        <a:bodyPr/>
        <a:lstStyle/>
        <a:p>
          <a:endParaRPr lang="en-US"/>
        </a:p>
      </dgm:t>
    </dgm:pt>
    <dgm:pt modelId="{B217638B-A304-414A-B08B-B67E7B87994C}" type="sibTrans" cxnId="{99433F53-77D7-45E8-8516-1248A8FDBE5C}">
      <dgm:prSet/>
      <dgm:spPr/>
      <dgm:t>
        <a:bodyPr/>
        <a:lstStyle/>
        <a:p>
          <a:endParaRPr lang="en-US"/>
        </a:p>
      </dgm:t>
    </dgm:pt>
    <dgm:pt modelId="{6B5C258C-9680-4AAC-96DF-768EE5B4E0FD}">
      <dgm:prSet phldrT="[Text]"/>
      <dgm:spPr/>
      <dgm:t>
        <a:bodyPr/>
        <a:lstStyle/>
        <a:p>
          <a:r>
            <a:rPr lang="en-US" dirty="0"/>
            <a:t>Exponent</a:t>
          </a:r>
        </a:p>
      </dgm:t>
    </dgm:pt>
    <dgm:pt modelId="{B2BFE53F-A061-4898-886A-8882A399410F}" type="parTrans" cxnId="{8A6477D5-DB29-46E8-AB8C-B6B29921C102}">
      <dgm:prSet/>
      <dgm:spPr/>
      <dgm:t>
        <a:bodyPr/>
        <a:lstStyle/>
        <a:p>
          <a:endParaRPr lang="en-US"/>
        </a:p>
      </dgm:t>
    </dgm:pt>
    <dgm:pt modelId="{F22DE5E3-55F3-4B91-9490-E8D21E0298B4}" type="sibTrans" cxnId="{8A6477D5-DB29-46E8-AB8C-B6B29921C102}">
      <dgm:prSet/>
      <dgm:spPr/>
      <dgm:t>
        <a:bodyPr/>
        <a:lstStyle/>
        <a:p>
          <a:endParaRPr lang="en-US"/>
        </a:p>
      </dgm:t>
    </dgm:pt>
    <dgm:pt modelId="{F0525CE8-207C-48A5-8023-511DD555C641}">
      <dgm:prSet phldrT="[Text]"/>
      <dgm:spPr/>
      <dgm:t>
        <a:bodyPr/>
        <a:lstStyle/>
        <a:p>
          <a:r>
            <a:rPr lang="en-US"/>
            <a:t>key</a:t>
          </a:r>
          <a:endParaRPr lang="en-US" dirty="0"/>
        </a:p>
      </dgm:t>
    </dgm:pt>
    <dgm:pt modelId="{8A8D098D-B471-41A9-90BF-EF0295922613}" type="parTrans" cxnId="{2403F893-E0F6-4D46-8813-93AC1B589C3B}">
      <dgm:prSet/>
      <dgm:spPr/>
      <dgm:t>
        <a:bodyPr/>
        <a:lstStyle/>
        <a:p>
          <a:endParaRPr lang="en-US"/>
        </a:p>
      </dgm:t>
    </dgm:pt>
    <dgm:pt modelId="{FEFE604A-8D8E-45E9-8256-74D206FBF0FE}" type="sibTrans" cxnId="{2403F893-E0F6-4D46-8813-93AC1B589C3B}">
      <dgm:prSet/>
      <dgm:spPr/>
      <dgm:t>
        <a:bodyPr/>
        <a:lstStyle/>
        <a:p>
          <a:endParaRPr lang="en-US"/>
        </a:p>
      </dgm:t>
    </dgm:pt>
    <dgm:pt modelId="{14DBBFDB-0A18-4B8F-B3BD-4871D4421C05}" type="pres">
      <dgm:prSet presAssocID="{8DE18CBF-E07E-4B9B-A2EA-47B4A59A099B}" presName="hierChild1" presStyleCnt="0">
        <dgm:presLayoutVars>
          <dgm:orgChart val="1"/>
          <dgm:chPref val="1"/>
          <dgm:dir/>
          <dgm:animOne val="branch"/>
          <dgm:animLvl val="lvl"/>
          <dgm:resizeHandles/>
        </dgm:presLayoutVars>
      </dgm:prSet>
      <dgm:spPr/>
    </dgm:pt>
    <dgm:pt modelId="{7CCD5B7F-3D72-4520-A892-074B9B360DF2}" type="pres">
      <dgm:prSet presAssocID="{B98C67DD-A078-4E12-815D-87F7AD7C8F91}" presName="hierRoot1" presStyleCnt="0">
        <dgm:presLayoutVars>
          <dgm:hierBranch val="init"/>
        </dgm:presLayoutVars>
      </dgm:prSet>
      <dgm:spPr/>
    </dgm:pt>
    <dgm:pt modelId="{DBE93996-67D7-465E-B3CB-DBF535249FD3}" type="pres">
      <dgm:prSet presAssocID="{B98C67DD-A078-4E12-815D-87F7AD7C8F91}" presName="rootComposite1" presStyleCnt="0"/>
      <dgm:spPr/>
    </dgm:pt>
    <dgm:pt modelId="{2320D233-0491-4377-8856-DD0E53DE4AEA}" type="pres">
      <dgm:prSet presAssocID="{B98C67DD-A078-4E12-815D-87F7AD7C8F91}" presName="rootText1" presStyleLbl="node0" presStyleIdx="0" presStyleCnt="1">
        <dgm:presLayoutVars>
          <dgm:chPref val="3"/>
        </dgm:presLayoutVars>
      </dgm:prSet>
      <dgm:spPr/>
    </dgm:pt>
    <dgm:pt modelId="{678B4281-764F-4A13-AE29-7834929ECD16}" type="pres">
      <dgm:prSet presAssocID="{B98C67DD-A078-4E12-815D-87F7AD7C8F91}" presName="rootConnector1" presStyleLbl="node1" presStyleIdx="0" presStyleCnt="0"/>
      <dgm:spPr/>
    </dgm:pt>
    <dgm:pt modelId="{44173686-D285-46C2-9350-1960C49616EC}" type="pres">
      <dgm:prSet presAssocID="{B98C67DD-A078-4E12-815D-87F7AD7C8F91}" presName="hierChild2" presStyleCnt="0"/>
      <dgm:spPr/>
    </dgm:pt>
    <dgm:pt modelId="{0C00442C-768C-40E8-913C-B35CF21C3956}" type="pres">
      <dgm:prSet presAssocID="{8A8D098D-B471-41A9-90BF-EF0295922613}" presName="Name37" presStyleLbl="parChTrans1D2" presStyleIdx="0" presStyleCnt="4"/>
      <dgm:spPr/>
    </dgm:pt>
    <dgm:pt modelId="{FA602C55-6F03-498E-A2F4-9381B1F41939}" type="pres">
      <dgm:prSet presAssocID="{F0525CE8-207C-48A5-8023-511DD555C641}" presName="hierRoot2" presStyleCnt="0">
        <dgm:presLayoutVars>
          <dgm:hierBranch val="init"/>
        </dgm:presLayoutVars>
      </dgm:prSet>
      <dgm:spPr/>
    </dgm:pt>
    <dgm:pt modelId="{1E2D3A1C-E6AC-4179-9123-DB37E0E3A242}" type="pres">
      <dgm:prSet presAssocID="{F0525CE8-207C-48A5-8023-511DD555C641}" presName="rootComposite" presStyleCnt="0"/>
      <dgm:spPr/>
    </dgm:pt>
    <dgm:pt modelId="{16CF67DD-E136-49CA-88F5-D11EAA6AFBB9}" type="pres">
      <dgm:prSet presAssocID="{F0525CE8-207C-48A5-8023-511DD555C641}" presName="rootText" presStyleLbl="node2" presStyleIdx="0" presStyleCnt="4">
        <dgm:presLayoutVars>
          <dgm:chPref val="3"/>
        </dgm:presLayoutVars>
      </dgm:prSet>
      <dgm:spPr/>
    </dgm:pt>
    <dgm:pt modelId="{98779198-5D1A-4072-BC4F-20388C7C840E}" type="pres">
      <dgm:prSet presAssocID="{F0525CE8-207C-48A5-8023-511DD555C641}" presName="rootConnector" presStyleLbl="node2" presStyleIdx="0" presStyleCnt="4"/>
      <dgm:spPr/>
    </dgm:pt>
    <dgm:pt modelId="{BB280EBF-1CD6-4A45-9DD1-4B82A5DCC235}" type="pres">
      <dgm:prSet presAssocID="{F0525CE8-207C-48A5-8023-511DD555C641}" presName="hierChild4" presStyleCnt="0"/>
      <dgm:spPr/>
    </dgm:pt>
    <dgm:pt modelId="{081DF044-E69B-442E-A5E2-7DA7B30783C6}" type="pres">
      <dgm:prSet presAssocID="{F0525CE8-207C-48A5-8023-511DD555C641}" presName="hierChild5" presStyleCnt="0"/>
      <dgm:spPr/>
    </dgm:pt>
    <dgm:pt modelId="{D68FD764-FDE1-4EFA-8B4D-F98880C05F82}" type="pres">
      <dgm:prSet presAssocID="{AE0DEDFD-0275-456A-A834-19EA0EE9E276}" presName="Name37" presStyleLbl="parChTrans1D2" presStyleIdx="1" presStyleCnt="4"/>
      <dgm:spPr/>
    </dgm:pt>
    <dgm:pt modelId="{9A807EF6-968F-4856-8CDC-DC3693F3A104}" type="pres">
      <dgm:prSet presAssocID="{8ABE3F0E-3F42-4DCF-9EB4-A46FD792B2E2}" presName="hierRoot2" presStyleCnt="0">
        <dgm:presLayoutVars>
          <dgm:hierBranch val="init"/>
        </dgm:presLayoutVars>
      </dgm:prSet>
      <dgm:spPr/>
    </dgm:pt>
    <dgm:pt modelId="{F5B61196-37E0-4502-AFEE-282C2BC9B9AA}" type="pres">
      <dgm:prSet presAssocID="{8ABE3F0E-3F42-4DCF-9EB4-A46FD792B2E2}" presName="rootComposite" presStyleCnt="0"/>
      <dgm:spPr/>
    </dgm:pt>
    <dgm:pt modelId="{DF6F97A1-96FE-4007-9810-B9ED67DEFDED}" type="pres">
      <dgm:prSet presAssocID="{8ABE3F0E-3F42-4DCF-9EB4-A46FD792B2E2}" presName="rootText" presStyleLbl="node2" presStyleIdx="1" presStyleCnt="4">
        <dgm:presLayoutVars>
          <dgm:chPref val="3"/>
        </dgm:presLayoutVars>
      </dgm:prSet>
      <dgm:spPr/>
    </dgm:pt>
    <dgm:pt modelId="{0E0BF761-8D10-48C7-968C-1A6A2FE8D3A9}" type="pres">
      <dgm:prSet presAssocID="{8ABE3F0E-3F42-4DCF-9EB4-A46FD792B2E2}" presName="rootConnector" presStyleLbl="node2" presStyleIdx="1" presStyleCnt="4"/>
      <dgm:spPr/>
    </dgm:pt>
    <dgm:pt modelId="{4FD1502F-3989-44FF-B4E6-D7349D748E08}" type="pres">
      <dgm:prSet presAssocID="{8ABE3F0E-3F42-4DCF-9EB4-A46FD792B2E2}" presName="hierChild4" presStyleCnt="0"/>
      <dgm:spPr/>
    </dgm:pt>
    <dgm:pt modelId="{A17A5D70-86CC-42C4-841C-3913DCFFE21A}" type="pres">
      <dgm:prSet presAssocID="{8ABE3F0E-3F42-4DCF-9EB4-A46FD792B2E2}" presName="hierChild5" presStyleCnt="0"/>
      <dgm:spPr/>
    </dgm:pt>
    <dgm:pt modelId="{225BE564-6466-4960-A2D9-52DA55B23772}" type="pres">
      <dgm:prSet presAssocID="{03FB4978-3CD9-4214-AB11-9B99F937F98E}" presName="Name37" presStyleLbl="parChTrans1D2" presStyleIdx="2" presStyleCnt="4"/>
      <dgm:spPr/>
    </dgm:pt>
    <dgm:pt modelId="{CCB335BB-CCF5-4684-8F73-682E71D7C93C}" type="pres">
      <dgm:prSet presAssocID="{DB863603-F168-490F-8937-89252ED85635}" presName="hierRoot2" presStyleCnt="0">
        <dgm:presLayoutVars>
          <dgm:hierBranch val="init"/>
        </dgm:presLayoutVars>
      </dgm:prSet>
      <dgm:spPr/>
    </dgm:pt>
    <dgm:pt modelId="{D42ECBA4-C00C-4344-9A1C-CC392C1343D7}" type="pres">
      <dgm:prSet presAssocID="{DB863603-F168-490F-8937-89252ED85635}" presName="rootComposite" presStyleCnt="0"/>
      <dgm:spPr/>
    </dgm:pt>
    <dgm:pt modelId="{D41ACB0D-10AD-41DC-B417-48E09EC1885E}" type="pres">
      <dgm:prSet presAssocID="{DB863603-F168-490F-8937-89252ED85635}" presName="rootText" presStyleLbl="node2" presStyleIdx="2" presStyleCnt="4">
        <dgm:presLayoutVars>
          <dgm:chPref val="3"/>
        </dgm:presLayoutVars>
      </dgm:prSet>
      <dgm:spPr/>
    </dgm:pt>
    <dgm:pt modelId="{9D86BCD5-0E90-496F-B25F-9F83A2118078}" type="pres">
      <dgm:prSet presAssocID="{DB863603-F168-490F-8937-89252ED85635}" presName="rootConnector" presStyleLbl="node2" presStyleIdx="2" presStyleCnt="4"/>
      <dgm:spPr/>
    </dgm:pt>
    <dgm:pt modelId="{8638B897-331B-40B9-901B-724018E248AF}" type="pres">
      <dgm:prSet presAssocID="{DB863603-F168-490F-8937-89252ED85635}" presName="hierChild4" presStyleCnt="0"/>
      <dgm:spPr/>
    </dgm:pt>
    <dgm:pt modelId="{D2B7C729-9749-43F2-A595-BD6C06AE3BAC}" type="pres">
      <dgm:prSet presAssocID="{DB863603-F168-490F-8937-89252ED85635}" presName="hierChild5" presStyleCnt="0"/>
      <dgm:spPr/>
    </dgm:pt>
    <dgm:pt modelId="{53702CFF-20CE-4F48-AB2F-D4109A367A30}" type="pres">
      <dgm:prSet presAssocID="{B2BFE53F-A061-4898-886A-8882A399410F}" presName="Name37" presStyleLbl="parChTrans1D2" presStyleIdx="3" presStyleCnt="4"/>
      <dgm:spPr/>
    </dgm:pt>
    <dgm:pt modelId="{A2B58164-BA6F-44ED-A7A8-3BBC105437EC}" type="pres">
      <dgm:prSet presAssocID="{6B5C258C-9680-4AAC-96DF-768EE5B4E0FD}" presName="hierRoot2" presStyleCnt="0">
        <dgm:presLayoutVars>
          <dgm:hierBranch val="init"/>
        </dgm:presLayoutVars>
      </dgm:prSet>
      <dgm:spPr/>
    </dgm:pt>
    <dgm:pt modelId="{09ADA64B-0C31-480D-BC70-928A42C805F2}" type="pres">
      <dgm:prSet presAssocID="{6B5C258C-9680-4AAC-96DF-768EE5B4E0FD}" presName="rootComposite" presStyleCnt="0"/>
      <dgm:spPr/>
    </dgm:pt>
    <dgm:pt modelId="{7C828E88-2BC5-49F8-BAE1-A11201D30382}" type="pres">
      <dgm:prSet presAssocID="{6B5C258C-9680-4AAC-96DF-768EE5B4E0FD}" presName="rootText" presStyleLbl="node2" presStyleIdx="3" presStyleCnt="4">
        <dgm:presLayoutVars>
          <dgm:chPref val="3"/>
        </dgm:presLayoutVars>
      </dgm:prSet>
      <dgm:spPr/>
    </dgm:pt>
    <dgm:pt modelId="{33B07FB0-C2CC-411F-830C-3812BDBDB7A8}" type="pres">
      <dgm:prSet presAssocID="{6B5C258C-9680-4AAC-96DF-768EE5B4E0FD}" presName="rootConnector" presStyleLbl="node2" presStyleIdx="3" presStyleCnt="4"/>
      <dgm:spPr/>
    </dgm:pt>
    <dgm:pt modelId="{57EE9A6A-D517-4C63-918E-98FCCD1B5D4C}" type="pres">
      <dgm:prSet presAssocID="{6B5C258C-9680-4AAC-96DF-768EE5B4E0FD}" presName="hierChild4" presStyleCnt="0"/>
      <dgm:spPr/>
    </dgm:pt>
    <dgm:pt modelId="{6DF97B7C-86AB-4393-BAFC-00BE54F111D4}" type="pres">
      <dgm:prSet presAssocID="{6B5C258C-9680-4AAC-96DF-768EE5B4E0FD}" presName="hierChild5" presStyleCnt="0"/>
      <dgm:spPr/>
    </dgm:pt>
    <dgm:pt modelId="{2C62EC3C-5DA4-4F52-AB67-CB5611621263}" type="pres">
      <dgm:prSet presAssocID="{B98C67DD-A078-4E12-815D-87F7AD7C8F91}" presName="hierChild3" presStyleCnt="0"/>
      <dgm:spPr/>
    </dgm:pt>
  </dgm:ptLst>
  <dgm:cxnLst>
    <dgm:cxn modelId="{FFD09C05-77AA-4B26-8514-088F7A547D53}" srcId="{8DE18CBF-E07E-4B9B-A2EA-47B4A59A099B}" destId="{B98C67DD-A078-4E12-815D-87F7AD7C8F91}" srcOrd="0" destOrd="0" parTransId="{E1C87A7F-742E-43A2-BE03-F541D3C250CA}" sibTransId="{B835F677-9A1A-449A-9D3E-F819BE59BBB2}"/>
    <dgm:cxn modelId="{6B242820-55C9-491F-A364-DE5102B28C6F}" type="presOf" srcId="{F0525CE8-207C-48A5-8023-511DD555C641}" destId="{98779198-5D1A-4072-BC4F-20388C7C840E}" srcOrd="1" destOrd="0" presId="urn:microsoft.com/office/officeart/2005/8/layout/orgChart1"/>
    <dgm:cxn modelId="{02C34922-8C99-42E1-A013-487D374C0E39}" type="presOf" srcId="{B2BFE53F-A061-4898-886A-8882A399410F}" destId="{53702CFF-20CE-4F48-AB2F-D4109A367A30}" srcOrd="0" destOrd="0" presId="urn:microsoft.com/office/officeart/2005/8/layout/orgChart1"/>
    <dgm:cxn modelId="{E7F7F02D-5F51-4053-8914-D13C33C05345}" type="presOf" srcId="{03FB4978-3CD9-4214-AB11-9B99F937F98E}" destId="{225BE564-6466-4960-A2D9-52DA55B23772}" srcOrd="0" destOrd="0" presId="urn:microsoft.com/office/officeart/2005/8/layout/orgChart1"/>
    <dgm:cxn modelId="{DA99B633-1851-4CB1-875A-ACF06BE894E9}" type="presOf" srcId="{8ABE3F0E-3F42-4DCF-9EB4-A46FD792B2E2}" destId="{0E0BF761-8D10-48C7-968C-1A6A2FE8D3A9}" srcOrd="1" destOrd="0" presId="urn:microsoft.com/office/officeart/2005/8/layout/orgChart1"/>
    <dgm:cxn modelId="{A9B7335D-A6F7-4DC4-A465-90BC85AB33F6}" type="presOf" srcId="{F0525CE8-207C-48A5-8023-511DD555C641}" destId="{16CF67DD-E136-49CA-88F5-D11EAA6AFBB9}" srcOrd="0" destOrd="0" presId="urn:microsoft.com/office/officeart/2005/8/layout/orgChart1"/>
    <dgm:cxn modelId="{5A756D6B-B1BA-484E-A38F-F96F0E486598}" type="presOf" srcId="{8DE18CBF-E07E-4B9B-A2EA-47B4A59A099B}" destId="{14DBBFDB-0A18-4B8F-B3BD-4871D4421C05}" srcOrd="0" destOrd="0" presId="urn:microsoft.com/office/officeart/2005/8/layout/orgChart1"/>
    <dgm:cxn modelId="{35A36251-F3D3-49CD-B701-6879E2EF40E6}" type="presOf" srcId="{8ABE3F0E-3F42-4DCF-9EB4-A46FD792B2E2}" destId="{DF6F97A1-96FE-4007-9810-B9ED67DEFDED}" srcOrd="0" destOrd="0" presId="urn:microsoft.com/office/officeart/2005/8/layout/orgChart1"/>
    <dgm:cxn modelId="{99433F53-77D7-45E8-8516-1248A8FDBE5C}" srcId="{B98C67DD-A078-4E12-815D-87F7AD7C8F91}" destId="{DB863603-F168-490F-8937-89252ED85635}" srcOrd="2" destOrd="0" parTransId="{03FB4978-3CD9-4214-AB11-9B99F937F98E}" sibTransId="{B217638B-A304-414A-B08B-B67E7B87994C}"/>
    <dgm:cxn modelId="{BA7F8454-51D2-4479-A5D6-3E7AD869BA43}" type="presOf" srcId="{B98C67DD-A078-4E12-815D-87F7AD7C8F91}" destId="{678B4281-764F-4A13-AE29-7834929ECD16}" srcOrd="1" destOrd="0" presId="urn:microsoft.com/office/officeart/2005/8/layout/orgChart1"/>
    <dgm:cxn modelId="{63566276-745E-41A7-B67F-D6953A13D71F}" type="presOf" srcId="{6B5C258C-9680-4AAC-96DF-768EE5B4E0FD}" destId="{33B07FB0-C2CC-411F-830C-3812BDBDB7A8}" srcOrd="1" destOrd="0" presId="urn:microsoft.com/office/officeart/2005/8/layout/orgChart1"/>
    <dgm:cxn modelId="{2403F893-E0F6-4D46-8813-93AC1B589C3B}" srcId="{B98C67DD-A078-4E12-815D-87F7AD7C8F91}" destId="{F0525CE8-207C-48A5-8023-511DD555C641}" srcOrd="0" destOrd="0" parTransId="{8A8D098D-B471-41A9-90BF-EF0295922613}" sibTransId="{FEFE604A-8D8E-45E9-8256-74D206FBF0FE}"/>
    <dgm:cxn modelId="{D2FBDE97-B068-4E5B-A336-0D65280F4EE8}" type="presOf" srcId="{DB863603-F168-490F-8937-89252ED85635}" destId="{D41ACB0D-10AD-41DC-B417-48E09EC1885E}" srcOrd="0" destOrd="0" presId="urn:microsoft.com/office/officeart/2005/8/layout/orgChart1"/>
    <dgm:cxn modelId="{225342B4-ABF4-4FDB-B00C-7CBCD89168E8}" type="presOf" srcId="{6B5C258C-9680-4AAC-96DF-768EE5B4E0FD}" destId="{7C828E88-2BC5-49F8-BAE1-A11201D30382}" srcOrd="0" destOrd="0" presId="urn:microsoft.com/office/officeart/2005/8/layout/orgChart1"/>
    <dgm:cxn modelId="{41052DBF-F587-401A-B7A5-6AE3374757DE}" type="presOf" srcId="{8A8D098D-B471-41A9-90BF-EF0295922613}" destId="{0C00442C-768C-40E8-913C-B35CF21C3956}" srcOrd="0" destOrd="0" presId="urn:microsoft.com/office/officeart/2005/8/layout/orgChart1"/>
    <dgm:cxn modelId="{13678CD0-1455-4A1E-B028-93EDBD95BAD3}" type="presOf" srcId="{B98C67DD-A078-4E12-815D-87F7AD7C8F91}" destId="{2320D233-0491-4377-8856-DD0E53DE4AEA}" srcOrd="0" destOrd="0" presId="urn:microsoft.com/office/officeart/2005/8/layout/orgChart1"/>
    <dgm:cxn modelId="{8A6477D5-DB29-46E8-AB8C-B6B29921C102}" srcId="{B98C67DD-A078-4E12-815D-87F7AD7C8F91}" destId="{6B5C258C-9680-4AAC-96DF-768EE5B4E0FD}" srcOrd="3" destOrd="0" parTransId="{B2BFE53F-A061-4898-886A-8882A399410F}" sibTransId="{F22DE5E3-55F3-4B91-9490-E8D21E0298B4}"/>
    <dgm:cxn modelId="{686906D8-7588-4587-A9A1-0F927B00BABA}" srcId="{B98C67DD-A078-4E12-815D-87F7AD7C8F91}" destId="{8ABE3F0E-3F42-4DCF-9EB4-A46FD792B2E2}" srcOrd="1" destOrd="0" parTransId="{AE0DEDFD-0275-456A-A834-19EA0EE9E276}" sibTransId="{44C44DA2-4135-46DB-9D87-84DDA790F40D}"/>
    <dgm:cxn modelId="{64FA14F4-29DD-40D7-BCC4-F819484BCB65}" type="presOf" srcId="{DB863603-F168-490F-8937-89252ED85635}" destId="{9D86BCD5-0E90-496F-B25F-9F83A2118078}" srcOrd="1" destOrd="0" presId="urn:microsoft.com/office/officeart/2005/8/layout/orgChart1"/>
    <dgm:cxn modelId="{63AC90FA-CD58-484E-A122-CF37655F4A69}" type="presOf" srcId="{AE0DEDFD-0275-456A-A834-19EA0EE9E276}" destId="{D68FD764-FDE1-4EFA-8B4D-F98880C05F82}" srcOrd="0" destOrd="0" presId="urn:microsoft.com/office/officeart/2005/8/layout/orgChart1"/>
    <dgm:cxn modelId="{12054FF7-6BEB-4B38-9E22-E0165B4C4049}" type="presParOf" srcId="{14DBBFDB-0A18-4B8F-B3BD-4871D4421C05}" destId="{7CCD5B7F-3D72-4520-A892-074B9B360DF2}" srcOrd="0" destOrd="0" presId="urn:microsoft.com/office/officeart/2005/8/layout/orgChart1"/>
    <dgm:cxn modelId="{737A4567-4AA5-4A31-B308-BA5CAB3CA442}" type="presParOf" srcId="{7CCD5B7F-3D72-4520-A892-074B9B360DF2}" destId="{DBE93996-67D7-465E-B3CB-DBF535249FD3}" srcOrd="0" destOrd="0" presId="urn:microsoft.com/office/officeart/2005/8/layout/orgChart1"/>
    <dgm:cxn modelId="{4867D102-F225-4AFA-AFBB-499F3D7B322E}" type="presParOf" srcId="{DBE93996-67D7-465E-B3CB-DBF535249FD3}" destId="{2320D233-0491-4377-8856-DD0E53DE4AEA}" srcOrd="0" destOrd="0" presId="urn:microsoft.com/office/officeart/2005/8/layout/orgChart1"/>
    <dgm:cxn modelId="{08D51B35-2375-4F6B-9A68-1C1E78B656AC}" type="presParOf" srcId="{DBE93996-67D7-465E-B3CB-DBF535249FD3}" destId="{678B4281-764F-4A13-AE29-7834929ECD16}" srcOrd="1" destOrd="0" presId="urn:microsoft.com/office/officeart/2005/8/layout/orgChart1"/>
    <dgm:cxn modelId="{4A35A856-04BD-4762-88AC-DB1B7EE0B8DC}" type="presParOf" srcId="{7CCD5B7F-3D72-4520-A892-074B9B360DF2}" destId="{44173686-D285-46C2-9350-1960C49616EC}" srcOrd="1" destOrd="0" presId="urn:microsoft.com/office/officeart/2005/8/layout/orgChart1"/>
    <dgm:cxn modelId="{050BCA14-16BE-4DD5-8A58-06FF54AFE75F}" type="presParOf" srcId="{44173686-D285-46C2-9350-1960C49616EC}" destId="{0C00442C-768C-40E8-913C-B35CF21C3956}" srcOrd="0" destOrd="0" presId="urn:microsoft.com/office/officeart/2005/8/layout/orgChart1"/>
    <dgm:cxn modelId="{B96F2BAC-24D1-437C-BC0F-D378B6E6FAB4}" type="presParOf" srcId="{44173686-D285-46C2-9350-1960C49616EC}" destId="{FA602C55-6F03-498E-A2F4-9381B1F41939}" srcOrd="1" destOrd="0" presId="urn:microsoft.com/office/officeart/2005/8/layout/orgChart1"/>
    <dgm:cxn modelId="{F2E0B2DE-8D21-4DA2-8968-63B4D66CE4DC}" type="presParOf" srcId="{FA602C55-6F03-498E-A2F4-9381B1F41939}" destId="{1E2D3A1C-E6AC-4179-9123-DB37E0E3A242}" srcOrd="0" destOrd="0" presId="urn:microsoft.com/office/officeart/2005/8/layout/orgChart1"/>
    <dgm:cxn modelId="{E3A23677-0433-40A3-A0C9-F89F82497611}" type="presParOf" srcId="{1E2D3A1C-E6AC-4179-9123-DB37E0E3A242}" destId="{16CF67DD-E136-49CA-88F5-D11EAA6AFBB9}" srcOrd="0" destOrd="0" presId="urn:microsoft.com/office/officeart/2005/8/layout/orgChart1"/>
    <dgm:cxn modelId="{94FC9823-D291-42E1-8E33-ECFA629B9086}" type="presParOf" srcId="{1E2D3A1C-E6AC-4179-9123-DB37E0E3A242}" destId="{98779198-5D1A-4072-BC4F-20388C7C840E}" srcOrd="1" destOrd="0" presId="urn:microsoft.com/office/officeart/2005/8/layout/orgChart1"/>
    <dgm:cxn modelId="{8B1F3EA7-5C11-4729-A57D-C9D965D47F43}" type="presParOf" srcId="{FA602C55-6F03-498E-A2F4-9381B1F41939}" destId="{BB280EBF-1CD6-4A45-9DD1-4B82A5DCC235}" srcOrd="1" destOrd="0" presId="urn:microsoft.com/office/officeart/2005/8/layout/orgChart1"/>
    <dgm:cxn modelId="{96E7CDBF-1D8D-41FD-BA13-85BFA794800C}" type="presParOf" srcId="{FA602C55-6F03-498E-A2F4-9381B1F41939}" destId="{081DF044-E69B-442E-A5E2-7DA7B30783C6}" srcOrd="2" destOrd="0" presId="urn:microsoft.com/office/officeart/2005/8/layout/orgChart1"/>
    <dgm:cxn modelId="{F65D73B2-1D01-45BB-95EB-28DAA8D661EE}" type="presParOf" srcId="{44173686-D285-46C2-9350-1960C49616EC}" destId="{D68FD764-FDE1-4EFA-8B4D-F98880C05F82}" srcOrd="2" destOrd="0" presId="urn:microsoft.com/office/officeart/2005/8/layout/orgChart1"/>
    <dgm:cxn modelId="{2634DC9F-33AC-4D23-9147-F0AAF916D7C4}" type="presParOf" srcId="{44173686-D285-46C2-9350-1960C49616EC}" destId="{9A807EF6-968F-4856-8CDC-DC3693F3A104}" srcOrd="3" destOrd="0" presId="urn:microsoft.com/office/officeart/2005/8/layout/orgChart1"/>
    <dgm:cxn modelId="{D5F4F79E-3AD3-4650-9A18-32003EBEDB94}" type="presParOf" srcId="{9A807EF6-968F-4856-8CDC-DC3693F3A104}" destId="{F5B61196-37E0-4502-AFEE-282C2BC9B9AA}" srcOrd="0" destOrd="0" presId="urn:microsoft.com/office/officeart/2005/8/layout/orgChart1"/>
    <dgm:cxn modelId="{B6C4264B-33D3-4B1F-B69D-0C9EBDDAAB91}" type="presParOf" srcId="{F5B61196-37E0-4502-AFEE-282C2BC9B9AA}" destId="{DF6F97A1-96FE-4007-9810-B9ED67DEFDED}" srcOrd="0" destOrd="0" presId="urn:microsoft.com/office/officeart/2005/8/layout/orgChart1"/>
    <dgm:cxn modelId="{FAFBE58F-DB3F-471E-875C-F668959665A9}" type="presParOf" srcId="{F5B61196-37E0-4502-AFEE-282C2BC9B9AA}" destId="{0E0BF761-8D10-48C7-968C-1A6A2FE8D3A9}" srcOrd="1" destOrd="0" presId="urn:microsoft.com/office/officeart/2005/8/layout/orgChart1"/>
    <dgm:cxn modelId="{CD8CB69A-241C-4CAD-974F-EA2F272BB2E6}" type="presParOf" srcId="{9A807EF6-968F-4856-8CDC-DC3693F3A104}" destId="{4FD1502F-3989-44FF-B4E6-D7349D748E08}" srcOrd="1" destOrd="0" presId="urn:microsoft.com/office/officeart/2005/8/layout/orgChart1"/>
    <dgm:cxn modelId="{B5EF5696-2D59-4F55-987C-258C42BE6ABD}" type="presParOf" srcId="{9A807EF6-968F-4856-8CDC-DC3693F3A104}" destId="{A17A5D70-86CC-42C4-841C-3913DCFFE21A}" srcOrd="2" destOrd="0" presId="urn:microsoft.com/office/officeart/2005/8/layout/orgChart1"/>
    <dgm:cxn modelId="{189A6D5B-CBE6-4FC6-803B-9E2CD0B711A7}" type="presParOf" srcId="{44173686-D285-46C2-9350-1960C49616EC}" destId="{225BE564-6466-4960-A2D9-52DA55B23772}" srcOrd="4" destOrd="0" presId="urn:microsoft.com/office/officeart/2005/8/layout/orgChart1"/>
    <dgm:cxn modelId="{A5E18D49-FCEF-44D8-905A-C4CA4DFE8742}" type="presParOf" srcId="{44173686-D285-46C2-9350-1960C49616EC}" destId="{CCB335BB-CCF5-4684-8F73-682E71D7C93C}" srcOrd="5" destOrd="0" presId="urn:microsoft.com/office/officeart/2005/8/layout/orgChart1"/>
    <dgm:cxn modelId="{5C7B1A06-CC1C-46A4-90E6-44AAAD8617F3}" type="presParOf" srcId="{CCB335BB-CCF5-4684-8F73-682E71D7C93C}" destId="{D42ECBA4-C00C-4344-9A1C-CC392C1343D7}" srcOrd="0" destOrd="0" presId="urn:microsoft.com/office/officeart/2005/8/layout/orgChart1"/>
    <dgm:cxn modelId="{E29EF215-F777-4303-983E-1A0CD1187E93}" type="presParOf" srcId="{D42ECBA4-C00C-4344-9A1C-CC392C1343D7}" destId="{D41ACB0D-10AD-41DC-B417-48E09EC1885E}" srcOrd="0" destOrd="0" presId="urn:microsoft.com/office/officeart/2005/8/layout/orgChart1"/>
    <dgm:cxn modelId="{B3BA3E75-FF66-4AEE-B4EC-04EBCB08504A}" type="presParOf" srcId="{D42ECBA4-C00C-4344-9A1C-CC392C1343D7}" destId="{9D86BCD5-0E90-496F-B25F-9F83A2118078}" srcOrd="1" destOrd="0" presId="urn:microsoft.com/office/officeart/2005/8/layout/orgChart1"/>
    <dgm:cxn modelId="{66F7ED0A-3214-4032-85A4-08EF80F48361}" type="presParOf" srcId="{CCB335BB-CCF5-4684-8F73-682E71D7C93C}" destId="{8638B897-331B-40B9-901B-724018E248AF}" srcOrd="1" destOrd="0" presId="urn:microsoft.com/office/officeart/2005/8/layout/orgChart1"/>
    <dgm:cxn modelId="{1DFF21F7-9125-4D61-8967-7487CE2B2C36}" type="presParOf" srcId="{CCB335BB-CCF5-4684-8F73-682E71D7C93C}" destId="{D2B7C729-9749-43F2-A595-BD6C06AE3BAC}" srcOrd="2" destOrd="0" presId="urn:microsoft.com/office/officeart/2005/8/layout/orgChart1"/>
    <dgm:cxn modelId="{EA9F8587-E4BE-41B0-AFB6-76EADF3697E3}" type="presParOf" srcId="{44173686-D285-46C2-9350-1960C49616EC}" destId="{53702CFF-20CE-4F48-AB2F-D4109A367A30}" srcOrd="6" destOrd="0" presId="urn:microsoft.com/office/officeart/2005/8/layout/orgChart1"/>
    <dgm:cxn modelId="{DC70C4CC-C962-47B4-8D64-C1F657725C63}" type="presParOf" srcId="{44173686-D285-46C2-9350-1960C49616EC}" destId="{A2B58164-BA6F-44ED-A7A8-3BBC105437EC}" srcOrd="7" destOrd="0" presId="urn:microsoft.com/office/officeart/2005/8/layout/orgChart1"/>
    <dgm:cxn modelId="{8D924F50-C9A1-44E0-8080-97910AAD488F}" type="presParOf" srcId="{A2B58164-BA6F-44ED-A7A8-3BBC105437EC}" destId="{09ADA64B-0C31-480D-BC70-928A42C805F2}" srcOrd="0" destOrd="0" presId="urn:microsoft.com/office/officeart/2005/8/layout/orgChart1"/>
    <dgm:cxn modelId="{79BF19FB-6CBD-42A1-8BE2-9C9D1D2CE7E0}" type="presParOf" srcId="{09ADA64B-0C31-480D-BC70-928A42C805F2}" destId="{7C828E88-2BC5-49F8-BAE1-A11201D30382}" srcOrd="0" destOrd="0" presId="urn:microsoft.com/office/officeart/2005/8/layout/orgChart1"/>
    <dgm:cxn modelId="{91CC6791-925A-420F-AC79-7B23AB94088A}" type="presParOf" srcId="{09ADA64B-0C31-480D-BC70-928A42C805F2}" destId="{33B07FB0-C2CC-411F-830C-3812BDBDB7A8}" srcOrd="1" destOrd="0" presId="urn:microsoft.com/office/officeart/2005/8/layout/orgChart1"/>
    <dgm:cxn modelId="{946B6840-0626-49B0-AD1B-0D2587A36683}" type="presParOf" srcId="{A2B58164-BA6F-44ED-A7A8-3BBC105437EC}" destId="{57EE9A6A-D517-4C63-918E-98FCCD1B5D4C}" srcOrd="1" destOrd="0" presId="urn:microsoft.com/office/officeart/2005/8/layout/orgChart1"/>
    <dgm:cxn modelId="{1589A0F9-BEA1-4854-A019-6EF8DBF4EB50}" type="presParOf" srcId="{A2B58164-BA6F-44ED-A7A8-3BBC105437EC}" destId="{6DF97B7C-86AB-4393-BAFC-00BE54F111D4}" srcOrd="2" destOrd="0" presId="urn:microsoft.com/office/officeart/2005/8/layout/orgChart1"/>
    <dgm:cxn modelId="{17D28344-0118-4AC6-A599-D9A46A5E31D2}" type="presParOf" srcId="{7CCD5B7F-3D72-4520-A892-074B9B360DF2}" destId="{2C62EC3C-5DA4-4F52-AB67-CB561162126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76CFCE1-4542-414D-8CF0-3C0B0462ED18}" type="doc">
      <dgm:prSet loTypeId="urn:microsoft.com/office/officeart/2005/8/layout/pyramid1" loCatId="pyramid" qsTypeId="urn:microsoft.com/office/officeart/2005/8/quickstyle/simple2" qsCatId="simple" csTypeId="urn:microsoft.com/office/officeart/2005/8/colors/accent1_2" csCatId="accent1" phldr="1"/>
      <dgm:spPr/>
      <dgm:t>
        <a:bodyPr/>
        <a:lstStyle/>
        <a:p>
          <a:endParaRPr lang="en-US"/>
        </a:p>
      </dgm:t>
    </dgm:pt>
    <dgm:pt modelId="{95F4F4C5-83E6-45E6-81E2-275B4B1F692F}">
      <dgm:prSet phldrT="[Text]"/>
      <dgm:spPr/>
      <dgm:t>
        <a:bodyPr/>
        <a:lstStyle/>
        <a:p>
          <a:r>
            <a:rPr lang="en-US" dirty="0"/>
            <a:t>Key element</a:t>
          </a:r>
        </a:p>
      </dgm:t>
    </dgm:pt>
    <dgm:pt modelId="{9E1FB61E-45B0-4016-8D1D-5AD49706B512}" type="parTrans" cxnId="{A95ED68E-BCB7-4EE2-903B-86E46691E5D6}">
      <dgm:prSet/>
      <dgm:spPr/>
      <dgm:t>
        <a:bodyPr/>
        <a:lstStyle/>
        <a:p>
          <a:endParaRPr lang="en-US"/>
        </a:p>
      </dgm:t>
    </dgm:pt>
    <dgm:pt modelId="{1AB3E479-0109-46D6-A298-A775B897EC37}" type="sibTrans" cxnId="{A95ED68E-BCB7-4EE2-903B-86E46691E5D6}">
      <dgm:prSet/>
      <dgm:spPr/>
      <dgm:t>
        <a:bodyPr/>
        <a:lstStyle/>
        <a:p>
          <a:endParaRPr lang="en-US"/>
        </a:p>
      </dgm:t>
    </dgm:pt>
    <dgm:pt modelId="{80EEC35F-2A1E-4336-B2E9-A9CF67D15949}">
      <dgm:prSet phldrT="[Text]"/>
      <dgm:spPr/>
      <dgm:t>
        <a:bodyPr/>
        <a:lstStyle/>
        <a:p>
          <a:r>
            <a:rPr lang="en-US" dirty="0"/>
            <a:t>Key type</a:t>
          </a:r>
        </a:p>
      </dgm:t>
    </dgm:pt>
    <dgm:pt modelId="{5E34ACD3-0FFF-4AD0-8BE0-43C0009C288E}" type="parTrans" cxnId="{8EBA2DA3-8031-4032-86A1-C4483E9C830A}">
      <dgm:prSet/>
      <dgm:spPr/>
      <dgm:t>
        <a:bodyPr/>
        <a:lstStyle/>
        <a:p>
          <a:endParaRPr lang="en-US"/>
        </a:p>
      </dgm:t>
    </dgm:pt>
    <dgm:pt modelId="{4C90F0D1-21B9-45A2-8BA1-D0EA05886FE9}" type="sibTrans" cxnId="{8EBA2DA3-8031-4032-86A1-C4483E9C830A}">
      <dgm:prSet/>
      <dgm:spPr/>
      <dgm:t>
        <a:bodyPr/>
        <a:lstStyle/>
        <a:p>
          <a:endParaRPr lang="en-US"/>
        </a:p>
      </dgm:t>
    </dgm:pt>
    <dgm:pt modelId="{C8B4D746-68A3-4CE7-90C0-6B126F80EBC8}">
      <dgm:prSet phldrT="[Text]"/>
      <dgm:spPr/>
      <dgm:t>
        <a:bodyPr/>
        <a:lstStyle/>
        <a:p>
          <a:r>
            <a:rPr lang="en-US" dirty="0"/>
            <a:t>Key from key type</a:t>
          </a:r>
        </a:p>
      </dgm:t>
    </dgm:pt>
    <dgm:pt modelId="{67E1534D-DE08-4D18-8D3A-0300DDD6C1B1}" type="parTrans" cxnId="{6E6BADFF-1A5C-4CA4-880A-4710C72864A3}">
      <dgm:prSet/>
      <dgm:spPr/>
      <dgm:t>
        <a:bodyPr/>
        <a:lstStyle/>
        <a:p>
          <a:endParaRPr lang="en-US"/>
        </a:p>
      </dgm:t>
    </dgm:pt>
    <dgm:pt modelId="{123C6ED7-A042-4857-9F7F-3862C64396F0}" type="sibTrans" cxnId="{6E6BADFF-1A5C-4CA4-880A-4710C72864A3}">
      <dgm:prSet/>
      <dgm:spPr/>
      <dgm:t>
        <a:bodyPr/>
        <a:lstStyle/>
        <a:p>
          <a:endParaRPr lang="en-US"/>
        </a:p>
      </dgm:t>
    </dgm:pt>
    <dgm:pt modelId="{3598A84A-5BD5-4C59-8FA7-C7F620C7748C}">
      <dgm:prSet phldrT="[Text]"/>
      <dgm:spPr/>
      <dgm:t>
        <a:bodyPr/>
        <a:lstStyle/>
        <a:p>
          <a:r>
            <a:rPr lang="en-US" dirty="0"/>
            <a:t>Crypto primitives</a:t>
          </a:r>
        </a:p>
      </dgm:t>
    </dgm:pt>
    <dgm:pt modelId="{4F876476-16D4-42C1-B5D0-9521E4B846F3}" type="parTrans" cxnId="{7C65B5F5-9FF1-445E-8599-87B9D4A7BC0B}">
      <dgm:prSet/>
      <dgm:spPr/>
      <dgm:t>
        <a:bodyPr/>
        <a:lstStyle/>
        <a:p>
          <a:endParaRPr lang="en-US"/>
        </a:p>
      </dgm:t>
    </dgm:pt>
    <dgm:pt modelId="{8C84D1D9-569B-45CB-ADD3-974C8E5C19F0}" type="sibTrans" cxnId="{7C65B5F5-9FF1-445E-8599-87B9D4A7BC0B}">
      <dgm:prSet/>
      <dgm:spPr/>
      <dgm:t>
        <a:bodyPr/>
        <a:lstStyle/>
        <a:p>
          <a:endParaRPr lang="en-US"/>
        </a:p>
      </dgm:t>
    </dgm:pt>
    <dgm:pt modelId="{F6218A72-E7DD-4724-A27B-6446C78C26A0}" type="pres">
      <dgm:prSet presAssocID="{376CFCE1-4542-414D-8CF0-3C0B0462ED18}" presName="Name0" presStyleCnt="0">
        <dgm:presLayoutVars>
          <dgm:dir/>
          <dgm:animLvl val="lvl"/>
          <dgm:resizeHandles val="exact"/>
        </dgm:presLayoutVars>
      </dgm:prSet>
      <dgm:spPr/>
    </dgm:pt>
    <dgm:pt modelId="{4DB46D26-8FA7-4480-8DEE-47223E875392}" type="pres">
      <dgm:prSet presAssocID="{95F4F4C5-83E6-45E6-81E2-275B4B1F692F}" presName="Name8" presStyleCnt="0"/>
      <dgm:spPr/>
    </dgm:pt>
    <dgm:pt modelId="{D5D82A0B-9A0F-4155-99E2-BCCEEA3B0412}" type="pres">
      <dgm:prSet presAssocID="{95F4F4C5-83E6-45E6-81E2-275B4B1F692F}" presName="level" presStyleLbl="node1" presStyleIdx="0" presStyleCnt="4">
        <dgm:presLayoutVars>
          <dgm:chMax val="1"/>
          <dgm:bulletEnabled val="1"/>
        </dgm:presLayoutVars>
      </dgm:prSet>
      <dgm:spPr/>
    </dgm:pt>
    <dgm:pt modelId="{1A30532C-7B81-464E-9FCB-C4C10E62079E}" type="pres">
      <dgm:prSet presAssocID="{95F4F4C5-83E6-45E6-81E2-275B4B1F692F}" presName="levelTx" presStyleLbl="revTx" presStyleIdx="0" presStyleCnt="0">
        <dgm:presLayoutVars>
          <dgm:chMax val="1"/>
          <dgm:bulletEnabled val="1"/>
        </dgm:presLayoutVars>
      </dgm:prSet>
      <dgm:spPr/>
    </dgm:pt>
    <dgm:pt modelId="{B0C7D0F6-CBCC-4C65-BF75-7495AD93CB73}" type="pres">
      <dgm:prSet presAssocID="{80EEC35F-2A1E-4336-B2E9-A9CF67D15949}" presName="Name8" presStyleCnt="0"/>
      <dgm:spPr/>
    </dgm:pt>
    <dgm:pt modelId="{83D2ECBC-3CE1-4AB9-A2BE-A1C895C064AB}" type="pres">
      <dgm:prSet presAssocID="{80EEC35F-2A1E-4336-B2E9-A9CF67D15949}" presName="level" presStyleLbl="node1" presStyleIdx="1" presStyleCnt="4">
        <dgm:presLayoutVars>
          <dgm:chMax val="1"/>
          <dgm:bulletEnabled val="1"/>
        </dgm:presLayoutVars>
      </dgm:prSet>
      <dgm:spPr/>
    </dgm:pt>
    <dgm:pt modelId="{D6205046-C6D7-4539-94E1-6DAF0E3229B9}" type="pres">
      <dgm:prSet presAssocID="{80EEC35F-2A1E-4336-B2E9-A9CF67D15949}" presName="levelTx" presStyleLbl="revTx" presStyleIdx="0" presStyleCnt="0">
        <dgm:presLayoutVars>
          <dgm:chMax val="1"/>
          <dgm:bulletEnabled val="1"/>
        </dgm:presLayoutVars>
      </dgm:prSet>
      <dgm:spPr/>
    </dgm:pt>
    <dgm:pt modelId="{D9B863EB-A614-44E8-8D10-ECB85DB91B41}" type="pres">
      <dgm:prSet presAssocID="{C8B4D746-68A3-4CE7-90C0-6B126F80EBC8}" presName="Name8" presStyleCnt="0"/>
      <dgm:spPr/>
    </dgm:pt>
    <dgm:pt modelId="{56C2D1BF-99E1-469A-81F2-D7843F6F9C50}" type="pres">
      <dgm:prSet presAssocID="{C8B4D746-68A3-4CE7-90C0-6B126F80EBC8}" presName="level" presStyleLbl="node1" presStyleIdx="2" presStyleCnt="4" custLinFactNeighborX="-683">
        <dgm:presLayoutVars>
          <dgm:chMax val="1"/>
          <dgm:bulletEnabled val="1"/>
        </dgm:presLayoutVars>
      </dgm:prSet>
      <dgm:spPr/>
    </dgm:pt>
    <dgm:pt modelId="{1E30B1F3-A289-4F96-8FAB-CEB2CBD8C6BA}" type="pres">
      <dgm:prSet presAssocID="{C8B4D746-68A3-4CE7-90C0-6B126F80EBC8}" presName="levelTx" presStyleLbl="revTx" presStyleIdx="0" presStyleCnt="0">
        <dgm:presLayoutVars>
          <dgm:chMax val="1"/>
          <dgm:bulletEnabled val="1"/>
        </dgm:presLayoutVars>
      </dgm:prSet>
      <dgm:spPr/>
    </dgm:pt>
    <dgm:pt modelId="{15887C9B-71A2-450C-A115-895D619BEC4E}" type="pres">
      <dgm:prSet presAssocID="{3598A84A-5BD5-4C59-8FA7-C7F620C7748C}" presName="Name8" presStyleCnt="0"/>
      <dgm:spPr/>
    </dgm:pt>
    <dgm:pt modelId="{C4A4D247-3756-486F-8EFF-A1B20BE8B0AF}" type="pres">
      <dgm:prSet presAssocID="{3598A84A-5BD5-4C59-8FA7-C7F620C7748C}" presName="level" presStyleLbl="node1" presStyleIdx="3" presStyleCnt="4">
        <dgm:presLayoutVars>
          <dgm:chMax val="1"/>
          <dgm:bulletEnabled val="1"/>
        </dgm:presLayoutVars>
      </dgm:prSet>
      <dgm:spPr/>
    </dgm:pt>
    <dgm:pt modelId="{CE3E46B8-51EB-400E-AE00-D4903413A046}" type="pres">
      <dgm:prSet presAssocID="{3598A84A-5BD5-4C59-8FA7-C7F620C7748C}" presName="levelTx" presStyleLbl="revTx" presStyleIdx="0" presStyleCnt="0">
        <dgm:presLayoutVars>
          <dgm:chMax val="1"/>
          <dgm:bulletEnabled val="1"/>
        </dgm:presLayoutVars>
      </dgm:prSet>
      <dgm:spPr/>
    </dgm:pt>
  </dgm:ptLst>
  <dgm:cxnLst>
    <dgm:cxn modelId="{411C7817-21F8-4105-9B04-E225F7BDC7FD}" type="presOf" srcId="{C8B4D746-68A3-4CE7-90C0-6B126F80EBC8}" destId="{1E30B1F3-A289-4F96-8FAB-CEB2CBD8C6BA}" srcOrd="1" destOrd="0" presId="urn:microsoft.com/office/officeart/2005/8/layout/pyramid1"/>
    <dgm:cxn modelId="{BFC43040-8975-4DB9-9D1D-19E2C2C05834}" type="presOf" srcId="{C8B4D746-68A3-4CE7-90C0-6B126F80EBC8}" destId="{56C2D1BF-99E1-469A-81F2-D7843F6F9C50}" srcOrd="0" destOrd="0" presId="urn:microsoft.com/office/officeart/2005/8/layout/pyramid1"/>
    <dgm:cxn modelId="{5A5EBC50-FD59-4FB4-8B21-B68C4287BC98}" type="presOf" srcId="{80EEC35F-2A1E-4336-B2E9-A9CF67D15949}" destId="{83D2ECBC-3CE1-4AB9-A2BE-A1C895C064AB}" srcOrd="0" destOrd="0" presId="urn:microsoft.com/office/officeart/2005/8/layout/pyramid1"/>
    <dgm:cxn modelId="{82077388-2890-4D5F-BDCB-34D11BC0EBCC}" type="presOf" srcId="{80EEC35F-2A1E-4336-B2E9-A9CF67D15949}" destId="{D6205046-C6D7-4539-94E1-6DAF0E3229B9}" srcOrd="1" destOrd="0" presId="urn:microsoft.com/office/officeart/2005/8/layout/pyramid1"/>
    <dgm:cxn modelId="{A95ED68E-BCB7-4EE2-903B-86E46691E5D6}" srcId="{376CFCE1-4542-414D-8CF0-3C0B0462ED18}" destId="{95F4F4C5-83E6-45E6-81E2-275B4B1F692F}" srcOrd="0" destOrd="0" parTransId="{9E1FB61E-45B0-4016-8D1D-5AD49706B512}" sibTransId="{1AB3E479-0109-46D6-A298-A775B897EC37}"/>
    <dgm:cxn modelId="{E8F63694-A76B-45ED-98E6-32B0EF2DB55F}" type="presOf" srcId="{3598A84A-5BD5-4C59-8FA7-C7F620C7748C}" destId="{C4A4D247-3756-486F-8EFF-A1B20BE8B0AF}" srcOrd="0" destOrd="0" presId="urn:microsoft.com/office/officeart/2005/8/layout/pyramid1"/>
    <dgm:cxn modelId="{A34A12A1-B9D2-40A9-87F2-6628836B3941}" type="presOf" srcId="{376CFCE1-4542-414D-8CF0-3C0B0462ED18}" destId="{F6218A72-E7DD-4724-A27B-6446C78C26A0}" srcOrd="0" destOrd="0" presId="urn:microsoft.com/office/officeart/2005/8/layout/pyramid1"/>
    <dgm:cxn modelId="{8EBA2DA3-8031-4032-86A1-C4483E9C830A}" srcId="{376CFCE1-4542-414D-8CF0-3C0B0462ED18}" destId="{80EEC35F-2A1E-4336-B2E9-A9CF67D15949}" srcOrd="1" destOrd="0" parTransId="{5E34ACD3-0FFF-4AD0-8BE0-43C0009C288E}" sibTransId="{4C90F0D1-21B9-45A2-8BA1-D0EA05886FE9}"/>
    <dgm:cxn modelId="{D3A864C6-7927-49BE-B0DB-1BEDFA986F02}" type="presOf" srcId="{95F4F4C5-83E6-45E6-81E2-275B4B1F692F}" destId="{1A30532C-7B81-464E-9FCB-C4C10E62079E}" srcOrd="1" destOrd="0" presId="urn:microsoft.com/office/officeart/2005/8/layout/pyramid1"/>
    <dgm:cxn modelId="{75D685E4-CE8D-4158-B09C-9A2D078C7516}" type="presOf" srcId="{3598A84A-5BD5-4C59-8FA7-C7F620C7748C}" destId="{CE3E46B8-51EB-400E-AE00-D4903413A046}" srcOrd="1" destOrd="0" presId="urn:microsoft.com/office/officeart/2005/8/layout/pyramid1"/>
    <dgm:cxn modelId="{3F79F7EA-2243-419C-87DB-72E085C55337}" type="presOf" srcId="{95F4F4C5-83E6-45E6-81E2-275B4B1F692F}" destId="{D5D82A0B-9A0F-4155-99E2-BCCEEA3B0412}" srcOrd="0" destOrd="0" presId="urn:microsoft.com/office/officeart/2005/8/layout/pyramid1"/>
    <dgm:cxn modelId="{7C65B5F5-9FF1-445E-8599-87B9D4A7BC0B}" srcId="{376CFCE1-4542-414D-8CF0-3C0B0462ED18}" destId="{3598A84A-5BD5-4C59-8FA7-C7F620C7748C}" srcOrd="3" destOrd="0" parTransId="{4F876476-16D4-42C1-B5D0-9521E4B846F3}" sibTransId="{8C84D1D9-569B-45CB-ADD3-974C8E5C19F0}"/>
    <dgm:cxn modelId="{6E6BADFF-1A5C-4CA4-880A-4710C72864A3}" srcId="{376CFCE1-4542-414D-8CF0-3C0B0462ED18}" destId="{C8B4D746-68A3-4CE7-90C0-6B126F80EBC8}" srcOrd="2" destOrd="0" parTransId="{67E1534D-DE08-4D18-8D3A-0300DDD6C1B1}" sibTransId="{123C6ED7-A042-4857-9F7F-3862C64396F0}"/>
    <dgm:cxn modelId="{EB9B0E61-C740-447B-A4FD-1240B14503BF}" type="presParOf" srcId="{F6218A72-E7DD-4724-A27B-6446C78C26A0}" destId="{4DB46D26-8FA7-4480-8DEE-47223E875392}" srcOrd="0" destOrd="0" presId="urn:microsoft.com/office/officeart/2005/8/layout/pyramid1"/>
    <dgm:cxn modelId="{4A1E694E-7F74-4F5A-B192-44B3DA4F26A6}" type="presParOf" srcId="{4DB46D26-8FA7-4480-8DEE-47223E875392}" destId="{D5D82A0B-9A0F-4155-99E2-BCCEEA3B0412}" srcOrd="0" destOrd="0" presId="urn:microsoft.com/office/officeart/2005/8/layout/pyramid1"/>
    <dgm:cxn modelId="{41A667FC-755F-425D-9A2A-9D355201D722}" type="presParOf" srcId="{4DB46D26-8FA7-4480-8DEE-47223E875392}" destId="{1A30532C-7B81-464E-9FCB-C4C10E62079E}" srcOrd="1" destOrd="0" presId="urn:microsoft.com/office/officeart/2005/8/layout/pyramid1"/>
    <dgm:cxn modelId="{8911A0A7-032E-4B90-B61E-21D05B419030}" type="presParOf" srcId="{F6218A72-E7DD-4724-A27B-6446C78C26A0}" destId="{B0C7D0F6-CBCC-4C65-BF75-7495AD93CB73}" srcOrd="1" destOrd="0" presId="urn:microsoft.com/office/officeart/2005/8/layout/pyramid1"/>
    <dgm:cxn modelId="{70FDA4BE-CACC-4F8C-8140-94215540D70C}" type="presParOf" srcId="{B0C7D0F6-CBCC-4C65-BF75-7495AD93CB73}" destId="{83D2ECBC-3CE1-4AB9-A2BE-A1C895C064AB}" srcOrd="0" destOrd="0" presId="urn:microsoft.com/office/officeart/2005/8/layout/pyramid1"/>
    <dgm:cxn modelId="{89946D4D-029C-43EF-92B0-CE8F023F2265}" type="presParOf" srcId="{B0C7D0F6-CBCC-4C65-BF75-7495AD93CB73}" destId="{D6205046-C6D7-4539-94E1-6DAF0E3229B9}" srcOrd="1" destOrd="0" presId="urn:microsoft.com/office/officeart/2005/8/layout/pyramid1"/>
    <dgm:cxn modelId="{9449529E-5CD0-48D4-8D32-9C144D421D6D}" type="presParOf" srcId="{F6218A72-E7DD-4724-A27B-6446C78C26A0}" destId="{D9B863EB-A614-44E8-8D10-ECB85DB91B41}" srcOrd="2" destOrd="0" presId="urn:microsoft.com/office/officeart/2005/8/layout/pyramid1"/>
    <dgm:cxn modelId="{1C102006-42C6-403B-9C60-28358EB12D9C}" type="presParOf" srcId="{D9B863EB-A614-44E8-8D10-ECB85DB91B41}" destId="{56C2D1BF-99E1-469A-81F2-D7843F6F9C50}" srcOrd="0" destOrd="0" presId="urn:microsoft.com/office/officeart/2005/8/layout/pyramid1"/>
    <dgm:cxn modelId="{5E04F854-5F24-4D6E-A2CA-9C9AA979A3D2}" type="presParOf" srcId="{D9B863EB-A614-44E8-8D10-ECB85DB91B41}" destId="{1E30B1F3-A289-4F96-8FAB-CEB2CBD8C6BA}" srcOrd="1" destOrd="0" presId="urn:microsoft.com/office/officeart/2005/8/layout/pyramid1"/>
    <dgm:cxn modelId="{2507409B-4756-4927-A1D1-7E953937BBD1}" type="presParOf" srcId="{F6218A72-E7DD-4724-A27B-6446C78C26A0}" destId="{15887C9B-71A2-450C-A115-895D619BEC4E}" srcOrd="3" destOrd="0" presId="urn:microsoft.com/office/officeart/2005/8/layout/pyramid1"/>
    <dgm:cxn modelId="{44BD1FC7-4EF7-485A-BC11-63EA67C3533D}" type="presParOf" srcId="{15887C9B-71A2-450C-A115-895D619BEC4E}" destId="{C4A4D247-3756-486F-8EFF-A1B20BE8B0AF}" srcOrd="0" destOrd="0" presId="urn:microsoft.com/office/officeart/2005/8/layout/pyramid1"/>
    <dgm:cxn modelId="{9F1FCAB0-13A1-4A02-97D5-469C3295CE7D}" type="presParOf" srcId="{15887C9B-71A2-450C-A115-895D619BEC4E}" destId="{CE3E46B8-51EB-400E-AE00-D4903413A046}"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23AC42-40B5-4F77-A716-6A1EE596C0F8}">
      <dsp:nvSpPr>
        <dsp:cNvPr id="0" name=""/>
        <dsp:cNvSpPr/>
      </dsp:nvSpPr>
      <dsp:spPr>
        <a:xfrm>
          <a:off x="0" y="327195"/>
          <a:ext cx="10515600" cy="2772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FF45A65-0472-4CB1-8576-04DF98A63C78}">
      <dsp:nvSpPr>
        <dsp:cNvPr id="0" name=""/>
        <dsp:cNvSpPr/>
      </dsp:nvSpPr>
      <dsp:spPr>
        <a:xfrm>
          <a:off x="525780" y="164835"/>
          <a:ext cx="7360920" cy="3247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Light" panose="020F0302020204030204"/>
            </a:rPr>
            <a:t>Why cyber security</a:t>
          </a:r>
          <a:endParaRPr lang="en-US" sz="2400" kern="1200" dirty="0"/>
        </a:p>
      </dsp:txBody>
      <dsp:txXfrm>
        <a:off x="541632" y="180687"/>
        <a:ext cx="7329216" cy="293016"/>
      </dsp:txXfrm>
    </dsp:sp>
    <dsp:sp modelId="{E82D4717-0EBC-4D81-877F-E0F3AF4487FA}">
      <dsp:nvSpPr>
        <dsp:cNvPr id="0" name=""/>
        <dsp:cNvSpPr/>
      </dsp:nvSpPr>
      <dsp:spPr>
        <a:xfrm>
          <a:off x="0" y="826155"/>
          <a:ext cx="10515600" cy="277200"/>
        </a:xfrm>
        <a:prstGeom prst="rect">
          <a:avLst/>
        </a:prstGeom>
        <a:solidFill>
          <a:schemeClr val="lt1">
            <a:alpha val="90000"/>
            <a:hueOff val="0"/>
            <a:satOff val="0"/>
            <a:lumOff val="0"/>
            <a:alphaOff val="0"/>
          </a:schemeClr>
        </a:solidFill>
        <a:ln w="12700" cap="flat" cmpd="sng" algn="ctr">
          <a:solidFill>
            <a:schemeClr val="accent5">
              <a:hueOff val="-844818"/>
              <a:satOff val="-2177"/>
              <a:lumOff val="-1471"/>
              <a:alphaOff val="0"/>
            </a:schemeClr>
          </a:solidFill>
          <a:prstDash val="solid"/>
          <a:miter lim="800000"/>
        </a:ln>
        <a:effectLst/>
      </dsp:spPr>
      <dsp:style>
        <a:lnRef idx="2">
          <a:scrgbClr r="0" g="0" b="0"/>
        </a:lnRef>
        <a:fillRef idx="1">
          <a:scrgbClr r="0" g="0" b="0"/>
        </a:fillRef>
        <a:effectRef idx="0">
          <a:scrgbClr r="0" g="0" b="0"/>
        </a:effectRef>
        <a:fontRef idx="minor"/>
      </dsp:style>
    </dsp:sp>
    <dsp:sp modelId="{5ED8360D-8930-4A98-B53A-5A87B2EC5808}">
      <dsp:nvSpPr>
        <dsp:cNvPr id="0" name=""/>
        <dsp:cNvSpPr/>
      </dsp:nvSpPr>
      <dsp:spPr>
        <a:xfrm>
          <a:off x="525780" y="663795"/>
          <a:ext cx="7360920" cy="324720"/>
        </a:xfrm>
        <a:prstGeom prst="roundRect">
          <a:avLst/>
        </a:prstGeom>
        <a:solidFill>
          <a:schemeClr val="accent5">
            <a:hueOff val="-844818"/>
            <a:satOff val="-2177"/>
            <a:lumOff val="-1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Calibri Light" panose="020F0302020204030204"/>
            </a:rPr>
            <a:t>Difference between safety and cyber security</a:t>
          </a:r>
          <a:endParaRPr lang="en-US" sz="2400" kern="1200" dirty="0"/>
        </a:p>
      </dsp:txBody>
      <dsp:txXfrm>
        <a:off x="541632" y="679647"/>
        <a:ext cx="7329216" cy="293016"/>
      </dsp:txXfrm>
    </dsp:sp>
    <dsp:sp modelId="{043F7A27-7CE2-48CE-B0BA-4714C9D7ECE3}">
      <dsp:nvSpPr>
        <dsp:cNvPr id="0" name=""/>
        <dsp:cNvSpPr/>
      </dsp:nvSpPr>
      <dsp:spPr>
        <a:xfrm>
          <a:off x="0" y="1325116"/>
          <a:ext cx="10515600" cy="277200"/>
        </a:xfrm>
        <a:prstGeom prst="rect">
          <a:avLst/>
        </a:prstGeom>
        <a:solidFill>
          <a:schemeClr val="lt1">
            <a:alpha val="90000"/>
            <a:hueOff val="0"/>
            <a:satOff val="0"/>
            <a:lumOff val="0"/>
            <a:alphaOff val="0"/>
          </a:schemeClr>
        </a:solidFill>
        <a:ln w="12700" cap="flat" cmpd="sng" algn="ctr">
          <a:solidFill>
            <a:schemeClr val="accent5">
              <a:hueOff val="-1689636"/>
              <a:satOff val="-4355"/>
              <a:lumOff val="-2941"/>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7DE91E-58B0-4AB9-B37A-A94DD8B9B3D9}">
      <dsp:nvSpPr>
        <dsp:cNvPr id="0" name=""/>
        <dsp:cNvSpPr/>
      </dsp:nvSpPr>
      <dsp:spPr>
        <a:xfrm>
          <a:off x="525780" y="1162755"/>
          <a:ext cx="7360920" cy="324720"/>
        </a:xfrm>
        <a:prstGeom prst="roundRect">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en-US" sz="2400" kern="1200" dirty="0"/>
            <a:t>examples on Cyber Security algorithms</a:t>
          </a:r>
        </a:p>
      </dsp:txBody>
      <dsp:txXfrm>
        <a:off x="541632" y="1178607"/>
        <a:ext cx="7329216" cy="293016"/>
      </dsp:txXfrm>
    </dsp:sp>
    <dsp:sp modelId="{C6AF85A5-742C-480F-8A96-C8365A5EBC88}">
      <dsp:nvSpPr>
        <dsp:cNvPr id="0" name=""/>
        <dsp:cNvSpPr/>
      </dsp:nvSpPr>
      <dsp:spPr>
        <a:xfrm>
          <a:off x="0" y="1824076"/>
          <a:ext cx="10515600" cy="277200"/>
        </a:xfrm>
        <a:prstGeom prst="rect">
          <a:avLst/>
        </a:prstGeom>
        <a:solidFill>
          <a:schemeClr val="lt1">
            <a:alpha val="90000"/>
            <a:hueOff val="0"/>
            <a:satOff val="0"/>
            <a:lumOff val="0"/>
            <a:alphaOff val="0"/>
          </a:schemeClr>
        </a:solidFill>
        <a:ln w="12700" cap="flat" cmpd="sng" algn="ctr">
          <a:solidFill>
            <a:schemeClr val="accent5">
              <a:hueOff val="-2534453"/>
              <a:satOff val="-6532"/>
              <a:lumOff val="-4412"/>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BA522B-26C4-4556-9053-A923047CA298}">
      <dsp:nvSpPr>
        <dsp:cNvPr id="0" name=""/>
        <dsp:cNvSpPr/>
      </dsp:nvSpPr>
      <dsp:spPr>
        <a:xfrm>
          <a:off x="525780" y="1661716"/>
          <a:ext cx="7360920" cy="324720"/>
        </a:xfrm>
        <a:prstGeom prst="roundRect">
          <a:avLst/>
        </a:prstGeom>
        <a:solidFill>
          <a:schemeClr val="accent5">
            <a:hueOff val="-2534453"/>
            <a:satOff val="-6532"/>
            <a:lumOff val="-4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en-US" sz="2400" kern="1200" dirty="0"/>
            <a:t>Symmetric vs Asymmetric keys Algorithms</a:t>
          </a:r>
        </a:p>
      </dsp:txBody>
      <dsp:txXfrm>
        <a:off x="541632" y="1677568"/>
        <a:ext cx="7329216" cy="293016"/>
      </dsp:txXfrm>
    </dsp:sp>
    <dsp:sp modelId="{0B12164E-3986-49EF-8D4D-8E41A5416198}">
      <dsp:nvSpPr>
        <dsp:cNvPr id="0" name=""/>
        <dsp:cNvSpPr/>
      </dsp:nvSpPr>
      <dsp:spPr>
        <a:xfrm>
          <a:off x="0" y="2323036"/>
          <a:ext cx="10515600" cy="277200"/>
        </a:xfrm>
        <a:prstGeom prst="rect">
          <a:avLst/>
        </a:prstGeom>
        <a:solidFill>
          <a:schemeClr val="lt1">
            <a:alpha val="90000"/>
            <a:hueOff val="0"/>
            <a:satOff val="0"/>
            <a:lumOff val="0"/>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dsp:style>
    </dsp:sp>
    <dsp:sp modelId="{92B843B0-438F-4FBC-90B1-6B8AF22F6C54}">
      <dsp:nvSpPr>
        <dsp:cNvPr id="0" name=""/>
        <dsp:cNvSpPr/>
      </dsp:nvSpPr>
      <dsp:spPr>
        <a:xfrm>
          <a:off x="525780" y="2160676"/>
          <a:ext cx="7360920" cy="32472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en-US" sz="2400" kern="1200" dirty="0"/>
            <a:t>What is Encryption ?</a:t>
          </a:r>
        </a:p>
      </dsp:txBody>
      <dsp:txXfrm>
        <a:off x="541632" y="2176528"/>
        <a:ext cx="7329216" cy="293016"/>
      </dsp:txXfrm>
    </dsp:sp>
    <dsp:sp modelId="{FA26A619-FD41-44BC-B61D-AFEBB37B8F63}">
      <dsp:nvSpPr>
        <dsp:cNvPr id="0" name=""/>
        <dsp:cNvSpPr/>
      </dsp:nvSpPr>
      <dsp:spPr>
        <a:xfrm>
          <a:off x="0" y="2821996"/>
          <a:ext cx="10515600" cy="277200"/>
        </a:xfrm>
        <a:prstGeom prst="rect">
          <a:avLst/>
        </a:prstGeom>
        <a:solidFill>
          <a:schemeClr val="lt1">
            <a:alpha val="90000"/>
            <a:hueOff val="0"/>
            <a:satOff val="0"/>
            <a:lumOff val="0"/>
            <a:alphaOff val="0"/>
          </a:schemeClr>
        </a:solidFill>
        <a:ln w="12700" cap="flat" cmpd="sng" algn="ctr">
          <a:solidFill>
            <a:schemeClr val="accent5">
              <a:hueOff val="-4224089"/>
              <a:satOff val="-10887"/>
              <a:lumOff val="-7353"/>
              <a:alphaOff val="0"/>
            </a:schemeClr>
          </a:solidFill>
          <a:prstDash val="solid"/>
          <a:miter lim="800000"/>
        </a:ln>
        <a:effectLst/>
      </dsp:spPr>
      <dsp:style>
        <a:lnRef idx="2">
          <a:scrgbClr r="0" g="0" b="0"/>
        </a:lnRef>
        <a:fillRef idx="1">
          <a:scrgbClr r="0" g="0" b="0"/>
        </a:fillRef>
        <a:effectRef idx="0">
          <a:scrgbClr r="0" g="0" b="0"/>
        </a:effectRef>
        <a:fontRef idx="minor"/>
      </dsp:style>
    </dsp:sp>
    <dsp:sp modelId="{47C4D4AD-0C49-49F8-AAC3-6660DF4F46C0}">
      <dsp:nvSpPr>
        <dsp:cNvPr id="0" name=""/>
        <dsp:cNvSpPr/>
      </dsp:nvSpPr>
      <dsp:spPr>
        <a:xfrm>
          <a:off x="525780" y="2659636"/>
          <a:ext cx="7360920" cy="324720"/>
        </a:xfrm>
        <a:prstGeom prst="roundRect">
          <a:avLst/>
        </a:prstGeom>
        <a:solidFill>
          <a:schemeClr val="accent5">
            <a:hueOff val="-4224089"/>
            <a:satOff val="-10887"/>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en-US" sz="2400" kern="1200" dirty="0"/>
            <a:t>Stream Cipher vs Block Cipher</a:t>
          </a:r>
        </a:p>
      </dsp:txBody>
      <dsp:txXfrm>
        <a:off x="541632" y="2675488"/>
        <a:ext cx="7329216" cy="293016"/>
      </dsp:txXfrm>
    </dsp:sp>
    <dsp:sp modelId="{B7E1E8E2-9159-42AD-97AE-BD4D1FA6AAE1}">
      <dsp:nvSpPr>
        <dsp:cNvPr id="0" name=""/>
        <dsp:cNvSpPr/>
      </dsp:nvSpPr>
      <dsp:spPr>
        <a:xfrm>
          <a:off x="0" y="3320956"/>
          <a:ext cx="10515600" cy="277200"/>
        </a:xfrm>
        <a:prstGeom prst="rect">
          <a:avLst/>
        </a:prstGeom>
        <a:solidFill>
          <a:schemeClr val="lt1">
            <a:alpha val="90000"/>
            <a:hueOff val="0"/>
            <a:satOff val="0"/>
            <a:lumOff val="0"/>
            <a:alphaOff val="0"/>
          </a:schemeClr>
        </a:solidFill>
        <a:ln w="12700" cap="flat" cmpd="sng" algn="ctr">
          <a:solidFill>
            <a:schemeClr val="accent5">
              <a:hueOff val="-5068907"/>
              <a:satOff val="-13064"/>
              <a:lumOff val="-8824"/>
              <a:alphaOff val="0"/>
            </a:schemeClr>
          </a:solidFill>
          <a:prstDash val="solid"/>
          <a:miter lim="800000"/>
        </a:ln>
        <a:effectLst/>
      </dsp:spPr>
      <dsp:style>
        <a:lnRef idx="2">
          <a:scrgbClr r="0" g="0" b="0"/>
        </a:lnRef>
        <a:fillRef idx="1">
          <a:scrgbClr r="0" g="0" b="0"/>
        </a:fillRef>
        <a:effectRef idx="0">
          <a:scrgbClr r="0" g="0" b="0"/>
        </a:effectRef>
        <a:fontRef idx="minor"/>
      </dsp:style>
    </dsp:sp>
    <dsp:sp modelId="{C8D481BB-111A-49F9-885B-CBEAC4CBA78A}">
      <dsp:nvSpPr>
        <dsp:cNvPr id="0" name=""/>
        <dsp:cNvSpPr/>
      </dsp:nvSpPr>
      <dsp:spPr>
        <a:xfrm>
          <a:off x="525780" y="3158596"/>
          <a:ext cx="7360920" cy="324720"/>
        </a:xfrm>
        <a:prstGeom prst="roundRect">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en-US" sz="2400" kern="1200" dirty="0"/>
            <a:t>Padding schemes for Block Cipher</a:t>
          </a:r>
        </a:p>
      </dsp:txBody>
      <dsp:txXfrm>
        <a:off x="541632" y="3174448"/>
        <a:ext cx="7329216" cy="293016"/>
      </dsp:txXfrm>
    </dsp:sp>
    <dsp:sp modelId="{213D2766-F8BA-4417-A991-2A3F7AB361ED}">
      <dsp:nvSpPr>
        <dsp:cNvPr id="0" name=""/>
        <dsp:cNvSpPr/>
      </dsp:nvSpPr>
      <dsp:spPr>
        <a:xfrm>
          <a:off x="0" y="3819916"/>
          <a:ext cx="10515600" cy="277200"/>
        </a:xfrm>
        <a:prstGeom prst="rect">
          <a:avLst/>
        </a:prstGeom>
        <a:solidFill>
          <a:schemeClr val="lt1">
            <a:alpha val="90000"/>
            <a:hueOff val="0"/>
            <a:satOff val="0"/>
            <a:lumOff val="0"/>
            <a:alphaOff val="0"/>
          </a:schemeClr>
        </a:solidFill>
        <a:ln w="12700" cap="flat" cmpd="sng" algn="ctr">
          <a:solidFill>
            <a:schemeClr val="accent5">
              <a:hueOff val="-5913725"/>
              <a:satOff val="-15242"/>
              <a:lumOff val="-10294"/>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48EAA0-5377-4829-8A8D-66CB32C03CE5}">
      <dsp:nvSpPr>
        <dsp:cNvPr id="0" name=""/>
        <dsp:cNvSpPr/>
      </dsp:nvSpPr>
      <dsp:spPr>
        <a:xfrm>
          <a:off x="525780" y="3657556"/>
          <a:ext cx="7360920" cy="324720"/>
        </a:xfrm>
        <a:prstGeom prst="roundRect">
          <a:avLst/>
        </a:prstGeom>
        <a:solidFill>
          <a:schemeClr val="accent5">
            <a:hueOff val="-5913725"/>
            <a:satOff val="-15242"/>
            <a:lumOff val="-102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en-US" sz="2400" kern="1200" dirty="0"/>
            <a:t>ENCRYPTION VS VERIFICATION</a:t>
          </a:r>
        </a:p>
      </dsp:txBody>
      <dsp:txXfrm>
        <a:off x="541632" y="3673408"/>
        <a:ext cx="7329216" cy="293016"/>
      </dsp:txXfrm>
    </dsp:sp>
    <dsp:sp modelId="{54B92C28-73B9-45C0-BBCD-4F3C57A54F2D}">
      <dsp:nvSpPr>
        <dsp:cNvPr id="0" name=""/>
        <dsp:cNvSpPr/>
      </dsp:nvSpPr>
      <dsp:spPr>
        <a:xfrm>
          <a:off x="0" y="4318876"/>
          <a:ext cx="10515600" cy="277200"/>
        </a:xfrm>
        <a:prstGeom prst="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7AC041-12BE-46B3-9D38-F7A496736EE5}">
      <dsp:nvSpPr>
        <dsp:cNvPr id="0" name=""/>
        <dsp:cNvSpPr/>
      </dsp:nvSpPr>
      <dsp:spPr>
        <a:xfrm>
          <a:off x="525780" y="4156516"/>
          <a:ext cx="7360920" cy="3247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66800">
            <a:lnSpc>
              <a:spcPct val="90000"/>
            </a:lnSpc>
            <a:spcBef>
              <a:spcPct val="0"/>
            </a:spcBef>
            <a:spcAft>
              <a:spcPct val="35000"/>
            </a:spcAft>
            <a:buNone/>
          </a:pPr>
          <a:r>
            <a:rPr lang="en-US" sz="2400" kern="1200" dirty="0"/>
            <a:t>Cyber security stack (</a:t>
          </a:r>
          <a:r>
            <a:rPr lang="en-US" sz="1100" kern="1200" dirty="0"/>
            <a:t>Crypto stack)</a:t>
          </a:r>
        </a:p>
      </dsp:txBody>
      <dsp:txXfrm>
        <a:off x="541632" y="4172368"/>
        <a:ext cx="7329216" cy="293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96149D-B29A-4628-9120-83EA0CF8D951}">
      <dsp:nvSpPr>
        <dsp:cNvPr id="0" name=""/>
        <dsp:cNvSpPr/>
      </dsp:nvSpPr>
      <dsp:spPr>
        <a:xfrm>
          <a:off x="2892187" y="0"/>
          <a:ext cx="4731225" cy="1432113"/>
        </a:xfrm>
        <a:prstGeom prst="roundRect">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r>
            <a:rPr lang="en-US" sz="4000" kern="1200" dirty="0"/>
            <a:t>Why</a:t>
          </a:r>
        </a:p>
        <a:p>
          <a:pPr marL="0" lvl="0" indent="0" algn="ctr" defTabSz="1778000">
            <a:lnSpc>
              <a:spcPct val="90000"/>
            </a:lnSpc>
            <a:spcBef>
              <a:spcPct val="0"/>
            </a:spcBef>
            <a:spcAft>
              <a:spcPct val="35000"/>
            </a:spcAft>
            <a:buNone/>
          </a:pPr>
          <a:r>
            <a:rPr lang="en-US" sz="4000" kern="1200" dirty="0"/>
            <a:t> Cyber Security</a:t>
          </a:r>
        </a:p>
      </dsp:txBody>
      <dsp:txXfrm>
        <a:off x="2962097" y="69910"/>
        <a:ext cx="4591405" cy="12922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8A63B-5E78-4A4C-9308-8324A35EAB8C}">
      <dsp:nvSpPr>
        <dsp:cNvPr id="0" name=""/>
        <dsp:cNvSpPr/>
      </dsp:nvSpPr>
      <dsp:spPr>
        <a:xfrm>
          <a:off x="0" y="41544"/>
          <a:ext cx="10515600" cy="13747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t>Today, cars contain up to 150 electronic control units and about 100 million lines of software code – four times more than a fighter jet –, projected to rise to 300 million lines of code by 2030.</a:t>
          </a:r>
          <a:endParaRPr lang="en-US" sz="2500" kern="1200" dirty="0"/>
        </a:p>
      </dsp:txBody>
      <dsp:txXfrm>
        <a:off x="67110" y="108654"/>
        <a:ext cx="10381380" cy="1240530"/>
      </dsp:txXfrm>
    </dsp:sp>
    <dsp:sp modelId="{959D4D02-C2D7-4894-8AD0-1E67B6F40723}">
      <dsp:nvSpPr>
        <dsp:cNvPr id="0" name=""/>
        <dsp:cNvSpPr/>
      </dsp:nvSpPr>
      <dsp:spPr>
        <a:xfrm>
          <a:off x="0" y="1488294"/>
          <a:ext cx="10515600" cy="13747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0" i="0" kern="1200" dirty="0">
              <a:solidFill>
                <a:srgbClr val="FFC000"/>
              </a:solidFill>
              <a:hlinkClick xmlns:r="http://schemas.openxmlformats.org/officeDocument/2006/relationships" r:id="rId1">
                <a:extLst>
                  <a:ext uri="{A12FA001-AC4F-418D-AE19-62706E023703}">
                    <ahyp:hlinkClr xmlns:ahyp="http://schemas.microsoft.com/office/drawing/2018/hyperlinkcolor" val="tx"/>
                  </a:ext>
                </a:extLst>
              </a:hlinkClick>
            </a:rPr>
            <a:t>ISO/SAE 21434</a:t>
          </a:r>
          <a:r>
            <a:rPr lang="en-US" sz="2500" b="0" i="0" kern="1200" dirty="0">
              <a:solidFill>
                <a:srgbClr val="FFC000"/>
              </a:solidFill>
            </a:rPr>
            <a:t> </a:t>
          </a:r>
          <a:r>
            <a:rPr lang="en-US" sz="2500" b="0" i="0" kern="1200" dirty="0"/>
            <a:t>(Road vehicles – Cybersecurity Engineering) and UNECE WP.29 (Regulation on Cybersecurity) are examples for the regulations needed for the manufacturers to comply to.</a:t>
          </a:r>
          <a:endParaRPr lang="en-US" sz="2500" kern="1200" dirty="0"/>
        </a:p>
      </dsp:txBody>
      <dsp:txXfrm>
        <a:off x="67110" y="1555404"/>
        <a:ext cx="10381380" cy="1240530"/>
      </dsp:txXfrm>
    </dsp:sp>
    <dsp:sp modelId="{DC50DB28-8B41-4EF5-BE16-9DD067C26661}">
      <dsp:nvSpPr>
        <dsp:cNvPr id="0" name=""/>
        <dsp:cNvSpPr/>
      </dsp:nvSpPr>
      <dsp:spPr>
        <a:xfrm>
          <a:off x="0" y="2935044"/>
          <a:ext cx="10515600" cy="13747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ClrTx/>
            <a:buSzTx/>
            <a:buFont typeface="Arial" panose="020B0604020202020204" pitchFamily="34" charset="0"/>
            <a:buNone/>
          </a:pPr>
          <a:r>
            <a:rPr lang="en-US" sz="2500" b="0" i="0" kern="1200" dirty="0"/>
            <a:t>automotive manufacturers must comply with the United Nations Economic Commission for Europe (UNECE) Regulation WP.29/R155</a:t>
          </a:r>
          <a:endParaRPr lang="en-US" sz="2500" kern="1200" dirty="0"/>
        </a:p>
      </dsp:txBody>
      <dsp:txXfrm>
        <a:off x="67110" y="3002154"/>
        <a:ext cx="10381380" cy="12405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0EF627-DEB0-4ADC-9038-E292D506A456}">
      <dsp:nvSpPr>
        <dsp:cNvPr id="0" name=""/>
        <dsp:cNvSpPr/>
      </dsp:nvSpPr>
      <dsp:spPr>
        <a:xfrm>
          <a:off x="2760220" y="719"/>
          <a:ext cx="4995158" cy="147142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marL="0" lvl="0" indent="0" algn="ctr" defTabSz="1778000">
            <a:lnSpc>
              <a:spcPct val="90000"/>
            </a:lnSpc>
            <a:spcBef>
              <a:spcPct val="0"/>
            </a:spcBef>
            <a:spcAft>
              <a:spcPct val="35000"/>
            </a:spcAft>
            <a:buNone/>
          </a:pPr>
          <a:endParaRPr lang="en-US" sz="4000" b="1" kern="1200" dirty="0"/>
        </a:p>
        <a:p>
          <a:pPr marL="0" lvl="0" indent="0" algn="ctr" defTabSz="1778000">
            <a:lnSpc>
              <a:spcPct val="90000"/>
            </a:lnSpc>
            <a:spcBef>
              <a:spcPct val="0"/>
            </a:spcBef>
            <a:spcAft>
              <a:spcPct val="35000"/>
            </a:spcAft>
            <a:buNone/>
          </a:pPr>
          <a:r>
            <a:rPr lang="en-US" sz="4000" b="1" kern="1200" dirty="0"/>
            <a:t>Fu</a:t>
          </a:r>
          <a:r>
            <a:rPr lang="en-US" sz="4000" b="1" i="0" kern="1200" dirty="0"/>
            <a:t>nctional Safety and Cyber </a:t>
          </a:r>
          <a:r>
            <a:rPr lang="en-US" sz="4000" b="1" kern="1200" dirty="0"/>
            <a:t>S</a:t>
          </a:r>
          <a:r>
            <a:rPr lang="en-US" sz="4000" b="1" i="0" kern="1200" dirty="0"/>
            <a:t>ecurity</a:t>
          </a:r>
          <a:br>
            <a:rPr lang="en-US" sz="4000" b="1" i="0" kern="1200" dirty="0"/>
          </a:br>
          <a:endParaRPr lang="en-US" sz="4000" kern="1200" dirty="0"/>
        </a:p>
      </dsp:txBody>
      <dsp:txXfrm>
        <a:off x="2832049" y="72548"/>
        <a:ext cx="4851500" cy="132776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B16C01-F282-4808-9ADC-BD83B8FC75FC}">
      <dsp:nvSpPr>
        <dsp:cNvPr id="0" name=""/>
        <dsp:cNvSpPr/>
      </dsp:nvSpPr>
      <dsp:spPr>
        <a:xfrm>
          <a:off x="0" y="93260"/>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i="0" kern="1200"/>
            <a:t>The difference between functional safety and cyber security is “calculated risk”</a:t>
          </a:r>
          <a:endParaRPr lang="en-US" sz="2000" kern="1200"/>
        </a:p>
      </dsp:txBody>
      <dsp:txXfrm>
        <a:off x="38784" y="132044"/>
        <a:ext cx="10438032" cy="716935"/>
      </dsp:txXfrm>
    </dsp:sp>
    <dsp:sp modelId="{BE714A53-A0A5-4DA9-B2E7-7E9ACD103E96}">
      <dsp:nvSpPr>
        <dsp:cNvPr id="0" name=""/>
        <dsp:cNvSpPr/>
      </dsp:nvSpPr>
      <dsp:spPr>
        <a:xfrm>
          <a:off x="0" y="926314"/>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Compared to safety, </a:t>
          </a:r>
          <a:r>
            <a:rPr lang="en-US" sz="2000" b="1" i="0" kern="1200" dirty="0"/>
            <a:t>security</a:t>
          </a:r>
          <a:r>
            <a:rPr lang="en-US" sz="2000" b="0" i="0" kern="1200" dirty="0"/>
            <a:t> is a rather fast-moving discipline.</a:t>
          </a:r>
          <a:endParaRPr lang="en-US" sz="2000" kern="1200" dirty="0"/>
        </a:p>
      </dsp:txBody>
      <dsp:txXfrm>
        <a:off x="38784" y="965098"/>
        <a:ext cx="10438032" cy="716935"/>
      </dsp:txXfrm>
    </dsp:sp>
    <dsp:sp modelId="{61C4B354-EC8D-4C7D-8C01-0CE64F7AEAB2}">
      <dsp:nvSpPr>
        <dsp:cNvPr id="0" name=""/>
        <dsp:cNvSpPr/>
      </dsp:nvSpPr>
      <dsp:spPr>
        <a:xfrm>
          <a:off x="0" y="1778417"/>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a:t>Especially due to the increase in networked components, security is increasingly coming into focus. </a:t>
          </a:r>
          <a:endParaRPr lang="en-US" sz="2000" kern="1200"/>
        </a:p>
      </dsp:txBody>
      <dsp:txXfrm>
        <a:off x="38784" y="1817201"/>
        <a:ext cx="10438032" cy="716935"/>
      </dsp:txXfrm>
    </dsp:sp>
    <dsp:sp modelId="{5FECB8B2-F3AF-4F87-935E-0441012738F9}">
      <dsp:nvSpPr>
        <dsp:cNvPr id="0" name=""/>
        <dsp:cNvSpPr/>
      </dsp:nvSpPr>
      <dsp:spPr>
        <a:xfrm>
          <a:off x="0" y="2630520"/>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the danger increases steadily and previously successfully implemented countermeasures may no longer be </a:t>
          </a:r>
          <a:r>
            <a:rPr lang="en-US" sz="2000" b="0" i="0" kern="1200" dirty="0" err="1"/>
            <a:t>sufficien</a:t>
          </a:r>
          <a:endParaRPr lang="en-US" sz="2000" kern="1200" dirty="0"/>
        </a:p>
      </dsp:txBody>
      <dsp:txXfrm>
        <a:off x="38784" y="2669304"/>
        <a:ext cx="10438032" cy="716935"/>
      </dsp:txXfrm>
    </dsp:sp>
    <dsp:sp modelId="{CEFA2D62-AF7F-4B9B-B7E7-E382299F6427}">
      <dsp:nvSpPr>
        <dsp:cNvPr id="0" name=""/>
        <dsp:cNvSpPr/>
      </dsp:nvSpPr>
      <dsp:spPr>
        <a:xfrm>
          <a:off x="0" y="3482623"/>
          <a:ext cx="10515600" cy="79450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i="0" kern="1200"/>
            <a:t>Safety</a:t>
          </a:r>
          <a:r>
            <a:rPr lang="en-US" sz="2000" b="0" i="0" kern="1200"/>
            <a:t> is distinguished by a very static character. </a:t>
          </a:r>
          <a:endParaRPr lang="en-US" sz="2000" kern="1200"/>
        </a:p>
      </dsp:txBody>
      <dsp:txXfrm>
        <a:off x="38784" y="3521407"/>
        <a:ext cx="10438032" cy="7169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AD23B-864A-4E80-9A4F-9A72EC86E409}">
      <dsp:nvSpPr>
        <dsp:cNvPr id="0" name=""/>
        <dsp:cNvSpPr/>
      </dsp:nvSpPr>
      <dsp:spPr>
        <a:xfrm>
          <a:off x="3364992" y="647"/>
          <a:ext cx="3785616" cy="132426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endParaRPr lang="en-US" sz="3200" kern="1200" dirty="0"/>
        </a:p>
        <a:p>
          <a:pPr marL="0" lvl="0" indent="0" algn="ctr" defTabSz="1422400">
            <a:lnSpc>
              <a:spcPct val="90000"/>
            </a:lnSpc>
            <a:spcBef>
              <a:spcPct val="0"/>
            </a:spcBef>
            <a:spcAft>
              <a:spcPct val="35000"/>
            </a:spcAft>
            <a:buNone/>
          </a:pPr>
          <a:r>
            <a:rPr lang="en-US" sz="3200" kern="1200" dirty="0"/>
            <a:t>examples on Cyber Security algorithms</a:t>
          </a:r>
          <a:br>
            <a:rPr lang="en-US" sz="3200" kern="1200" dirty="0"/>
          </a:br>
          <a:br>
            <a:rPr lang="en-US" sz="3200" kern="1200" dirty="0"/>
          </a:br>
          <a:endParaRPr lang="en-US" sz="3200" kern="1200" dirty="0"/>
        </a:p>
      </dsp:txBody>
      <dsp:txXfrm>
        <a:off x="3429637" y="65292"/>
        <a:ext cx="3656326" cy="119497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055B90-BE4F-4C3B-B691-AE96F93FB3E7}">
      <dsp:nvSpPr>
        <dsp:cNvPr id="0" name=""/>
        <dsp:cNvSpPr/>
      </dsp:nvSpPr>
      <dsp:spPr>
        <a:xfrm>
          <a:off x="908818" y="1178"/>
          <a:ext cx="2485132" cy="12425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ClrTx/>
            <a:buSzTx/>
            <a:buFont typeface="Arial" panose="020B0604020202020204" pitchFamily="34" charset="0"/>
            <a:buNone/>
          </a:pPr>
          <a:r>
            <a:rPr lang="en-US" sz="3300" kern="1200" dirty="0"/>
            <a:t>Symmetric cryptography</a:t>
          </a:r>
        </a:p>
      </dsp:txBody>
      <dsp:txXfrm>
        <a:off x="945212" y="37572"/>
        <a:ext cx="2412344" cy="1169778"/>
      </dsp:txXfrm>
    </dsp:sp>
    <dsp:sp modelId="{4F40F422-58BD-4242-8AA0-3D5CE49081DD}">
      <dsp:nvSpPr>
        <dsp:cNvPr id="0" name=""/>
        <dsp:cNvSpPr/>
      </dsp:nvSpPr>
      <dsp:spPr>
        <a:xfrm>
          <a:off x="1157332" y="1243744"/>
          <a:ext cx="248513" cy="931551"/>
        </a:xfrm>
        <a:custGeom>
          <a:avLst/>
          <a:gdLst/>
          <a:ahLst/>
          <a:cxnLst/>
          <a:rect l="0" t="0" r="0" b="0"/>
          <a:pathLst>
            <a:path>
              <a:moveTo>
                <a:pt x="0" y="0"/>
              </a:moveTo>
              <a:lnTo>
                <a:pt x="0" y="931551"/>
              </a:lnTo>
              <a:lnTo>
                <a:pt x="248513" y="93155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B6B1FB1-F4D1-43F4-A4BD-DD093EDA11F8}">
      <dsp:nvSpPr>
        <dsp:cNvPr id="0" name=""/>
        <dsp:cNvSpPr/>
      </dsp:nvSpPr>
      <dsp:spPr>
        <a:xfrm>
          <a:off x="1405845" y="1554013"/>
          <a:ext cx="1988105" cy="1242566"/>
        </a:xfrm>
        <a:prstGeom prst="roundRect">
          <a:avLst>
            <a:gd name="adj" fmla="val 10000"/>
          </a:avLst>
        </a:prstGeom>
        <a:solidFill>
          <a:schemeClr val="accent5">
            <a:lumMod val="60000"/>
            <a:lumOff val="4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68580" rIns="102870" bIns="68580" numCol="1" spcCol="1270" anchor="ctr" anchorCtr="0">
          <a:noAutofit/>
        </a:bodyPr>
        <a:lstStyle/>
        <a:p>
          <a:pPr marL="0" lvl="0" indent="0" algn="ctr" defTabSz="2400300">
            <a:lnSpc>
              <a:spcPct val="90000"/>
            </a:lnSpc>
            <a:spcBef>
              <a:spcPct val="0"/>
            </a:spcBef>
            <a:spcAft>
              <a:spcPct val="35000"/>
            </a:spcAft>
            <a:buNone/>
          </a:pPr>
          <a:r>
            <a:rPr lang="en-US" sz="5400" kern="1200" dirty="0"/>
            <a:t>AES</a:t>
          </a:r>
        </a:p>
      </dsp:txBody>
      <dsp:txXfrm>
        <a:off x="1442239" y="1590407"/>
        <a:ext cx="1915317" cy="1169778"/>
      </dsp:txXfrm>
    </dsp:sp>
    <dsp:sp modelId="{5DF3224B-44AE-4BCE-B91F-F981119D8E71}">
      <dsp:nvSpPr>
        <dsp:cNvPr id="0" name=""/>
        <dsp:cNvSpPr/>
      </dsp:nvSpPr>
      <dsp:spPr>
        <a:xfrm>
          <a:off x="1157332" y="1243744"/>
          <a:ext cx="248513" cy="2484759"/>
        </a:xfrm>
        <a:custGeom>
          <a:avLst/>
          <a:gdLst/>
          <a:ahLst/>
          <a:cxnLst/>
          <a:rect l="0" t="0" r="0" b="0"/>
          <a:pathLst>
            <a:path>
              <a:moveTo>
                <a:pt x="0" y="0"/>
              </a:moveTo>
              <a:lnTo>
                <a:pt x="0" y="2484759"/>
              </a:lnTo>
              <a:lnTo>
                <a:pt x="248513" y="248475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B899B0-7C93-456F-961C-C028C632188F}">
      <dsp:nvSpPr>
        <dsp:cNvPr id="0" name=""/>
        <dsp:cNvSpPr/>
      </dsp:nvSpPr>
      <dsp:spPr>
        <a:xfrm>
          <a:off x="1405845" y="3107220"/>
          <a:ext cx="1988105" cy="1242566"/>
        </a:xfrm>
        <a:prstGeom prst="roundRect">
          <a:avLst>
            <a:gd name="adj" fmla="val 10000"/>
          </a:avLst>
        </a:prstGeom>
        <a:solidFill>
          <a:schemeClr val="accent5">
            <a:lumMod val="60000"/>
            <a:lumOff val="4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68580" rIns="102870" bIns="68580" numCol="1" spcCol="1270" anchor="ctr" anchorCtr="0">
          <a:noAutofit/>
        </a:bodyPr>
        <a:lstStyle/>
        <a:p>
          <a:pPr marL="0" lvl="0" indent="0" algn="ctr" defTabSz="2400300">
            <a:lnSpc>
              <a:spcPct val="90000"/>
            </a:lnSpc>
            <a:spcBef>
              <a:spcPct val="0"/>
            </a:spcBef>
            <a:spcAft>
              <a:spcPct val="35000"/>
            </a:spcAft>
            <a:buNone/>
          </a:pPr>
          <a:r>
            <a:rPr lang="en-US" sz="5400" kern="1200" dirty="0"/>
            <a:t>DES</a:t>
          </a:r>
        </a:p>
      </dsp:txBody>
      <dsp:txXfrm>
        <a:off x="1442239" y="3143614"/>
        <a:ext cx="1915317" cy="1169778"/>
      </dsp:txXfrm>
    </dsp:sp>
    <dsp:sp modelId="{66EDDC2C-3F50-44AD-A12A-8575F25B487B}">
      <dsp:nvSpPr>
        <dsp:cNvPr id="0" name=""/>
        <dsp:cNvSpPr/>
      </dsp:nvSpPr>
      <dsp:spPr>
        <a:xfrm>
          <a:off x="4015233" y="0"/>
          <a:ext cx="2485132" cy="12425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ClrTx/>
            <a:buSzTx/>
            <a:buFont typeface="Arial" panose="020B0604020202020204" pitchFamily="34" charset="0"/>
            <a:buNone/>
          </a:pPr>
          <a:r>
            <a:rPr lang="en-US" sz="3300" kern="1200" dirty="0"/>
            <a:t>Asymmetric cryptography</a:t>
          </a:r>
        </a:p>
      </dsp:txBody>
      <dsp:txXfrm>
        <a:off x="4051627" y="36394"/>
        <a:ext cx="2412344" cy="1169778"/>
      </dsp:txXfrm>
    </dsp:sp>
    <dsp:sp modelId="{459B20C1-4EC1-496F-8A02-AB9C8AB7ADEC}">
      <dsp:nvSpPr>
        <dsp:cNvPr id="0" name=""/>
        <dsp:cNvSpPr/>
      </dsp:nvSpPr>
      <dsp:spPr>
        <a:xfrm>
          <a:off x="4263747" y="1242566"/>
          <a:ext cx="248513" cy="982097"/>
        </a:xfrm>
        <a:custGeom>
          <a:avLst/>
          <a:gdLst/>
          <a:ahLst/>
          <a:cxnLst/>
          <a:rect l="0" t="0" r="0" b="0"/>
          <a:pathLst>
            <a:path>
              <a:moveTo>
                <a:pt x="0" y="0"/>
              </a:moveTo>
              <a:lnTo>
                <a:pt x="0" y="982097"/>
              </a:lnTo>
              <a:lnTo>
                <a:pt x="248513" y="9820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3D7FA6-5842-4D85-ACA3-748179A6D2AE}">
      <dsp:nvSpPr>
        <dsp:cNvPr id="0" name=""/>
        <dsp:cNvSpPr/>
      </dsp:nvSpPr>
      <dsp:spPr>
        <a:xfrm>
          <a:off x="4512260" y="1603380"/>
          <a:ext cx="1988105" cy="1242566"/>
        </a:xfrm>
        <a:prstGeom prst="roundRect">
          <a:avLst>
            <a:gd name="adj" fmla="val 10000"/>
          </a:avLst>
        </a:prstGeom>
        <a:solidFill>
          <a:schemeClr val="accent5">
            <a:lumMod val="60000"/>
            <a:lumOff val="4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68580" rIns="102870" bIns="68580" numCol="1" spcCol="1270" anchor="ctr" anchorCtr="0">
          <a:noAutofit/>
        </a:bodyPr>
        <a:lstStyle/>
        <a:p>
          <a:pPr marL="0" lvl="0" indent="0" algn="ctr" defTabSz="2400300">
            <a:lnSpc>
              <a:spcPct val="90000"/>
            </a:lnSpc>
            <a:spcBef>
              <a:spcPct val="0"/>
            </a:spcBef>
            <a:spcAft>
              <a:spcPct val="35000"/>
            </a:spcAft>
            <a:buNone/>
          </a:pPr>
          <a:r>
            <a:rPr lang="en-US" sz="5400" kern="1200" dirty="0"/>
            <a:t>RSA</a:t>
          </a:r>
        </a:p>
      </dsp:txBody>
      <dsp:txXfrm>
        <a:off x="4548654" y="1639774"/>
        <a:ext cx="1915317" cy="1169778"/>
      </dsp:txXfrm>
    </dsp:sp>
    <dsp:sp modelId="{154368DE-F344-4BB4-AA88-CF2DD16AADFA}">
      <dsp:nvSpPr>
        <dsp:cNvPr id="0" name=""/>
        <dsp:cNvSpPr/>
      </dsp:nvSpPr>
      <dsp:spPr>
        <a:xfrm>
          <a:off x="4263747" y="1242566"/>
          <a:ext cx="248513" cy="2485937"/>
        </a:xfrm>
        <a:custGeom>
          <a:avLst/>
          <a:gdLst/>
          <a:ahLst/>
          <a:cxnLst/>
          <a:rect l="0" t="0" r="0" b="0"/>
          <a:pathLst>
            <a:path>
              <a:moveTo>
                <a:pt x="0" y="0"/>
              </a:moveTo>
              <a:lnTo>
                <a:pt x="0" y="2485937"/>
              </a:lnTo>
              <a:lnTo>
                <a:pt x="248513" y="248593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D96F3D-3105-4E92-845C-F6D7BD0C5F80}">
      <dsp:nvSpPr>
        <dsp:cNvPr id="0" name=""/>
        <dsp:cNvSpPr/>
      </dsp:nvSpPr>
      <dsp:spPr>
        <a:xfrm>
          <a:off x="4512260" y="3107220"/>
          <a:ext cx="1988105" cy="1242566"/>
        </a:xfrm>
        <a:prstGeom prst="roundRect">
          <a:avLst>
            <a:gd name="adj" fmla="val 10000"/>
          </a:avLst>
        </a:prstGeom>
        <a:solidFill>
          <a:schemeClr val="accent5">
            <a:lumMod val="60000"/>
            <a:lumOff val="4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68580" rIns="102870" bIns="68580" numCol="1" spcCol="1270" anchor="ctr" anchorCtr="0">
          <a:noAutofit/>
        </a:bodyPr>
        <a:lstStyle/>
        <a:p>
          <a:pPr marL="0" lvl="0" indent="0" algn="ctr" defTabSz="2400300">
            <a:lnSpc>
              <a:spcPct val="90000"/>
            </a:lnSpc>
            <a:spcBef>
              <a:spcPct val="0"/>
            </a:spcBef>
            <a:spcAft>
              <a:spcPct val="35000"/>
            </a:spcAft>
            <a:buNone/>
          </a:pPr>
          <a:r>
            <a:rPr lang="en-US" sz="5400" kern="1200" dirty="0"/>
            <a:t>ECC</a:t>
          </a:r>
        </a:p>
      </dsp:txBody>
      <dsp:txXfrm>
        <a:off x="4548654" y="3143614"/>
        <a:ext cx="1915317" cy="1169778"/>
      </dsp:txXfrm>
    </dsp:sp>
    <dsp:sp modelId="{9A44E667-6756-49D6-AC12-EC4725D3EB0A}">
      <dsp:nvSpPr>
        <dsp:cNvPr id="0" name=""/>
        <dsp:cNvSpPr/>
      </dsp:nvSpPr>
      <dsp:spPr>
        <a:xfrm flipH="1">
          <a:off x="7121649" y="1178"/>
          <a:ext cx="2485132" cy="12425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2865" tIns="41910" rIns="62865" bIns="41910" numCol="1" spcCol="1270" anchor="ctr" anchorCtr="0">
          <a:noAutofit/>
        </a:bodyPr>
        <a:lstStyle/>
        <a:p>
          <a:pPr marL="0" lvl="0" indent="0" algn="ctr" defTabSz="1466850">
            <a:lnSpc>
              <a:spcPct val="90000"/>
            </a:lnSpc>
            <a:spcBef>
              <a:spcPct val="0"/>
            </a:spcBef>
            <a:spcAft>
              <a:spcPct val="35000"/>
            </a:spcAft>
            <a:buNone/>
          </a:pPr>
          <a:r>
            <a:rPr lang="en-US" sz="3300" kern="1200"/>
            <a:t>Hash-function</a:t>
          </a:r>
          <a:endParaRPr lang="en-US" sz="3300" kern="1200" dirty="0"/>
        </a:p>
      </dsp:txBody>
      <dsp:txXfrm>
        <a:off x="7158043" y="37572"/>
        <a:ext cx="2412344" cy="1169778"/>
      </dsp:txXfrm>
    </dsp:sp>
    <dsp:sp modelId="{87C4D70F-E624-4447-85F4-A19918069CF8}">
      <dsp:nvSpPr>
        <dsp:cNvPr id="0" name=""/>
        <dsp:cNvSpPr/>
      </dsp:nvSpPr>
      <dsp:spPr>
        <a:xfrm>
          <a:off x="7370162" y="1243744"/>
          <a:ext cx="248513" cy="980918"/>
        </a:xfrm>
        <a:custGeom>
          <a:avLst/>
          <a:gdLst/>
          <a:ahLst/>
          <a:cxnLst/>
          <a:rect l="0" t="0" r="0" b="0"/>
          <a:pathLst>
            <a:path>
              <a:moveTo>
                <a:pt x="0" y="0"/>
              </a:moveTo>
              <a:lnTo>
                <a:pt x="0" y="980918"/>
              </a:lnTo>
              <a:lnTo>
                <a:pt x="248513" y="98091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21A290-D06D-42E5-943E-4B2F1FD71F2D}">
      <dsp:nvSpPr>
        <dsp:cNvPr id="0" name=""/>
        <dsp:cNvSpPr/>
      </dsp:nvSpPr>
      <dsp:spPr>
        <a:xfrm>
          <a:off x="7618675" y="1603380"/>
          <a:ext cx="1988105" cy="1242566"/>
        </a:xfrm>
        <a:prstGeom prst="roundRect">
          <a:avLst>
            <a:gd name="adj" fmla="val 10000"/>
          </a:avLst>
        </a:prstGeom>
        <a:solidFill>
          <a:schemeClr val="accent5">
            <a:lumMod val="60000"/>
            <a:lumOff val="4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68580" rIns="102870" bIns="68580" numCol="1" spcCol="1270" anchor="ctr" anchorCtr="0">
          <a:noAutofit/>
        </a:bodyPr>
        <a:lstStyle/>
        <a:p>
          <a:pPr marL="0" lvl="0" indent="0" algn="ctr" defTabSz="2400300">
            <a:lnSpc>
              <a:spcPct val="90000"/>
            </a:lnSpc>
            <a:spcBef>
              <a:spcPct val="0"/>
            </a:spcBef>
            <a:spcAft>
              <a:spcPct val="35000"/>
            </a:spcAft>
            <a:buNone/>
          </a:pPr>
          <a:r>
            <a:rPr lang="en-US" sz="5400" kern="1200" dirty="0"/>
            <a:t>MD5</a:t>
          </a:r>
        </a:p>
      </dsp:txBody>
      <dsp:txXfrm>
        <a:off x="7655069" y="1639774"/>
        <a:ext cx="1915317" cy="1169778"/>
      </dsp:txXfrm>
    </dsp:sp>
    <dsp:sp modelId="{9BF709CA-CCA3-4900-98CC-8F618F86575B}">
      <dsp:nvSpPr>
        <dsp:cNvPr id="0" name=""/>
        <dsp:cNvSpPr/>
      </dsp:nvSpPr>
      <dsp:spPr>
        <a:xfrm>
          <a:off x="7370162" y="1243744"/>
          <a:ext cx="248513" cy="2486310"/>
        </a:xfrm>
        <a:custGeom>
          <a:avLst/>
          <a:gdLst/>
          <a:ahLst/>
          <a:cxnLst/>
          <a:rect l="0" t="0" r="0" b="0"/>
          <a:pathLst>
            <a:path>
              <a:moveTo>
                <a:pt x="0" y="0"/>
              </a:moveTo>
              <a:lnTo>
                <a:pt x="0" y="2486310"/>
              </a:lnTo>
              <a:lnTo>
                <a:pt x="248513" y="24863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E2C833-5E98-49A3-9EED-32A0D03EAB73}">
      <dsp:nvSpPr>
        <dsp:cNvPr id="0" name=""/>
        <dsp:cNvSpPr/>
      </dsp:nvSpPr>
      <dsp:spPr>
        <a:xfrm>
          <a:off x="7618675" y="3108771"/>
          <a:ext cx="1988105" cy="1242566"/>
        </a:xfrm>
        <a:prstGeom prst="roundRect">
          <a:avLst>
            <a:gd name="adj" fmla="val 10000"/>
          </a:avLst>
        </a:prstGeom>
        <a:solidFill>
          <a:schemeClr val="accent5">
            <a:lumMod val="60000"/>
            <a:lumOff val="4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68580" rIns="102870" bIns="68580" numCol="1" spcCol="1270" anchor="ctr" anchorCtr="0">
          <a:noAutofit/>
        </a:bodyPr>
        <a:lstStyle/>
        <a:p>
          <a:pPr marL="0" lvl="0" indent="0" algn="ctr" defTabSz="2400300">
            <a:lnSpc>
              <a:spcPct val="90000"/>
            </a:lnSpc>
            <a:spcBef>
              <a:spcPct val="0"/>
            </a:spcBef>
            <a:spcAft>
              <a:spcPct val="35000"/>
            </a:spcAft>
            <a:buNone/>
          </a:pPr>
          <a:r>
            <a:rPr lang="en-US" sz="5400" kern="1200" dirty="0"/>
            <a:t>SHA-2</a:t>
          </a:r>
        </a:p>
      </dsp:txBody>
      <dsp:txXfrm>
        <a:off x="7655069" y="3145165"/>
        <a:ext cx="1915317" cy="116977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795093-1D76-4EE3-B2EC-7936EA51F721}">
      <dsp:nvSpPr>
        <dsp:cNvPr id="0" name=""/>
        <dsp:cNvSpPr/>
      </dsp:nvSpPr>
      <dsp:spPr>
        <a:xfrm>
          <a:off x="3364992" y="0"/>
          <a:ext cx="3785616" cy="13255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93345" rIns="186690" bIns="93345" numCol="1" spcCol="1270" anchor="ctr" anchorCtr="0">
          <a:noAutofit/>
        </a:bodyPr>
        <a:lstStyle/>
        <a:p>
          <a:pPr marL="0" lvl="0" indent="0" algn="ctr" defTabSz="2178050">
            <a:lnSpc>
              <a:spcPct val="90000"/>
            </a:lnSpc>
            <a:spcBef>
              <a:spcPct val="0"/>
            </a:spcBef>
            <a:spcAft>
              <a:spcPct val="35000"/>
            </a:spcAft>
            <a:buNone/>
          </a:pPr>
          <a:r>
            <a:rPr lang="en-US" sz="4900" kern="1200" dirty="0"/>
            <a:t>ENCRYPTION</a:t>
          </a:r>
        </a:p>
      </dsp:txBody>
      <dsp:txXfrm>
        <a:off x="3429701" y="64709"/>
        <a:ext cx="3656198" cy="119614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8E1B6C-5C01-4D11-BCBA-D7040242FB9D}">
      <dsp:nvSpPr>
        <dsp:cNvPr id="0" name=""/>
        <dsp:cNvSpPr/>
      </dsp:nvSpPr>
      <dsp:spPr>
        <a:xfrm>
          <a:off x="0" y="9234"/>
          <a:ext cx="10515600" cy="17046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This process converts the original representation of the information, known as plaintext, into an alternative form known as ciphertext. </a:t>
          </a:r>
        </a:p>
      </dsp:txBody>
      <dsp:txXfrm>
        <a:off x="83216" y="92450"/>
        <a:ext cx="10349168" cy="1538258"/>
      </dsp:txXfrm>
    </dsp:sp>
    <dsp:sp modelId="{8E0CC827-32E6-442F-8E02-BD59DA3DE424}">
      <dsp:nvSpPr>
        <dsp:cNvPr id="0" name=""/>
        <dsp:cNvSpPr/>
      </dsp:nvSpPr>
      <dsp:spPr>
        <a:xfrm>
          <a:off x="0" y="1803204"/>
          <a:ext cx="10515600" cy="17046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To Encrypt a plaintext we need :</a:t>
          </a:r>
        </a:p>
      </dsp:txBody>
      <dsp:txXfrm>
        <a:off x="83216" y="1886420"/>
        <a:ext cx="10349168" cy="1538258"/>
      </dsp:txXfrm>
    </dsp:sp>
    <dsp:sp modelId="{23F10E0F-F333-4DC8-A981-24D518BF3006}">
      <dsp:nvSpPr>
        <dsp:cNvPr id="0" name=""/>
        <dsp:cNvSpPr/>
      </dsp:nvSpPr>
      <dsp:spPr>
        <a:xfrm>
          <a:off x="0" y="3507894"/>
          <a:ext cx="10515600" cy="8342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solidFill>
                <a:srgbClr val="013168"/>
              </a:solidFill>
            </a:rPr>
            <a:t>ENCRYPTION ALGORITHM : AES , RSA</a:t>
          </a:r>
        </a:p>
        <a:p>
          <a:pPr marL="228600" lvl="1" indent="-228600" algn="l" defTabSz="1066800">
            <a:lnSpc>
              <a:spcPct val="90000"/>
            </a:lnSpc>
            <a:spcBef>
              <a:spcPct val="0"/>
            </a:spcBef>
            <a:spcAft>
              <a:spcPct val="20000"/>
            </a:spcAft>
            <a:buChar char="•"/>
          </a:pPr>
          <a:r>
            <a:rPr lang="en-US" sz="2400" kern="1200" dirty="0">
              <a:solidFill>
                <a:srgbClr val="013168"/>
              </a:solidFill>
            </a:rPr>
            <a:t>DATA MODE : CBC , EBC</a:t>
          </a:r>
        </a:p>
      </dsp:txBody>
      <dsp:txXfrm>
        <a:off x="0" y="3507894"/>
        <a:ext cx="10515600" cy="8342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20F436-E5FC-49EF-975C-E966EA3DCA46}">
      <dsp:nvSpPr>
        <dsp:cNvPr id="0" name=""/>
        <dsp:cNvSpPr/>
      </dsp:nvSpPr>
      <dsp:spPr>
        <a:xfrm>
          <a:off x="3364992" y="0"/>
          <a:ext cx="3785616" cy="13255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a:t>CRYPTOGRAPHY MODES</a:t>
          </a:r>
        </a:p>
      </dsp:txBody>
      <dsp:txXfrm>
        <a:off x="3429701" y="64709"/>
        <a:ext cx="3656198" cy="119614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F9A5C9-381E-422C-AC16-DAB9962C9194}">
      <dsp:nvSpPr>
        <dsp:cNvPr id="0" name=""/>
        <dsp:cNvSpPr/>
      </dsp:nvSpPr>
      <dsp:spPr>
        <a:xfrm>
          <a:off x="2462026" y="1178"/>
          <a:ext cx="2485132" cy="12425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BLOCK CIPHER</a:t>
          </a:r>
        </a:p>
      </dsp:txBody>
      <dsp:txXfrm>
        <a:off x="2498420" y="37572"/>
        <a:ext cx="2412344" cy="1169778"/>
      </dsp:txXfrm>
    </dsp:sp>
    <dsp:sp modelId="{AFC89051-2A70-4309-AE88-CB811290B45F}">
      <dsp:nvSpPr>
        <dsp:cNvPr id="0" name=""/>
        <dsp:cNvSpPr/>
      </dsp:nvSpPr>
      <dsp:spPr>
        <a:xfrm>
          <a:off x="2710539" y="1243744"/>
          <a:ext cx="248513" cy="980918"/>
        </a:xfrm>
        <a:custGeom>
          <a:avLst/>
          <a:gdLst/>
          <a:ahLst/>
          <a:cxnLst/>
          <a:rect l="0" t="0" r="0" b="0"/>
          <a:pathLst>
            <a:path>
              <a:moveTo>
                <a:pt x="0" y="0"/>
              </a:moveTo>
              <a:lnTo>
                <a:pt x="0" y="980918"/>
              </a:lnTo>
              <a:lnTo>
                <a:pt x="248513" y="98091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89A3E3-77ED-4AAC-A039-C02F38C8641F}">
      <dsp:nvSpPr>
        <dsp:cNvPr id="0" name=""/>
        <dsp:cNvSpPr/>
      </dsp:nvSpPr>
      <dsp:spPr>
        <a:xfrm>
          <a:off x="2959052" y="1603380"/>
          <a:ext cx="1988105" cy="1242566"/>
        </a:xfrm>
        <a:prstGeom prst="roundRect">
          <a:avLst>
            <a:gd name="adj" fmla="val 10000"/>
          </a:avLst>
        </a:prstGeom>
        <a:solidFill>
          <a:schemeClr val="accent1">
            <a:lumMod val="60000"/>
            <a:lumOff val="4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82550" rIns="123825" bIns="82550" numCol="1" spcCol="1270" anchor="ctr" anchorCtr="0">
          <a:noAutofit/>
        </a:bodyPr>
        <a:lstStyle/>
        <a:p>
          <a:pPr marL="0" lvl="0" indent="0" algn="ctr" defTabSz="2889250">
            <a:lnSpc>
              <a:spcPct val="90000"/>
            </a:lnSpc>
            <a:spcBef>
              <a:spcPct val="0"/>
            </a:spcBef>
            <a:spcAft>
              <a:spcPct val="35000"/>
            </a:spcAft>
            <a:buNone/>
          </a:pPr>
          <a:r>
            <a:rPr lang="en-US" sz="6500" kern="1200" dirty="0"/>
            <a:t>ECB</a:t>
          </a:r>
        </a:p>
      </dsp:txBody>
      <dsp:txXfrm>
        <a:off x="2995446" y="1639774"/>
        <a:ext cx="1915317" cy="1169778"/>
      </dsp:txXfrm>
    </dsp:sp>
    <dsp:sp modelId="{F2915C5B-0F10-42A4-BC29-4DFBE8ED1575}">
      <dsp:nvSpPr>
        <dsp:cNvPr id="0" name=""/>
        <dsp:cNvSpPr/>
      </dsp:nvSpPr>
      <dsp:spPr>
        <a:xfrm>
          <a:off x="2710539" y="1243744"/>
          <a:ext cx="248513" cy="2485132"/>
        </a:xfrm>
        <a:custGeom>
          <a:avLst/>
          <a:gdLst/>
          <a:ahLst/>
          <a:cxnLst/>
          <a:rect l="0" t="0" r="0" b="0"/>
          <a:pathLst>
            <a:path>
              <a:moveTo>
                <a:pt x="0" y="0"/>
              </a:moveTo>
              <a:lnTo>
                <a:pt x="0" y="2485132"/>
              </a:lnTo>
              <a:lnTo>
                <a:pt x="248513" y="248513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83DC588-AD38-4041-AD9F-F3A3F6045326}">
      <dsp:nvSpPr>
        <dsp:cNvPr id="0" name=""/>
        <dsp:cNvSpPr/>
      </dsp:nvSpPr>
      <dsp:spPr>
        <a:xfrm>
          <a:off x="2959052" y="3107593"/>
          <a:ext cx="1988105" cy="1242566"/>
        </a:xfrm>
        <a:prstGeom prst="roundRect">
          <a:avLst>
            <a:gd name="adj" fmla="val 10000"/>
          </a:avLst>
        </a:prstGeom>
        <a:solidFill>
          <a:schemeClr val="accent1">
            <a:lumMod val="60000"/>
            <a:lumOff val="40000"/>
            <a:alpha val="9000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3825" tIns="82550" rIns="123825" bIns="82550" numCol="1" spcCol="1270" anchor="ctr" anchorCtr="0">
          <a:noAutofit/>
        </a:bodyPr>
        <a:lstStyle/>
        <a:p>
          <a:pPr marL="0" lvl="0" indent="0" algn="ctr" defTabSz="2889250">
            <a:lnSpc>
              <a:spcPct val="90000"/>
            </a:lnSpc>
            <a:spcBef>
              <a:spcPct val="0"/>
            </a:spcBef>
            <a:spcAft>
              <a:spcPct val="35000"/>
            </a:spcAft>
            <a:buNone/>
          </a:pPr>
          <a:r>
            <a:rPr lang="en-US" sz="6500" kern="1200" dirty="0"/>
            <a:t>CBC</a:t>
          </a:r>
        </a:p>
      </dsp:txBody>
      <dsp:txXfrm>
        <a:off x="2995446" y="3143987"/>
        <a:ext cx="1915317" cy="1169778"/>
      </dsp:txXfrm>
    </dsp:sp>
    <dsp:sp modelId="{F6875CCF-FC33-4BBC-9F14-5B0699848080}">
      <dsp:nvSpPr>
        <dsp:cNvPr id="0" name=""/>
        <dsp:cNvSpPr/>
      </dsp:nvSpPr>
      <dsp:spPr>
        <a:xfrm>
          <a:off x="5568441" y="1178"/>
          <a:ext cx="2485132" cy="124256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US" sz="3800" kern="1200" dirty="0"/>
            <a:t>STREAM CIPHER</a:t>
          </a:r>
        </a:p>
      </dsp:txBody>
      <dsp:txXfrm>
        <a:off x="5604835" y="37572"/>
        <a:ext cx="2412344" cy="116977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92DB44-C936-42D9-98A2-868233A01F64}">
      <dsp:nvSpPr>
        <dsp:cNvPr id="0" name=""/>
        <dsp:cNvSpPr/>
      </dsp:nvSpPr>
      <dsp:spPr>
        <a:xfrm>
          <a:off x="3364992" y="0"/>
          <a:ext cx="3785616" cy="13255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ECB</a:t>
          </a:r>
        </a:p>
      </dsp:txBody>
      <dsp:txXfrm>
        <a:off x="3429701" y="64709"/>
        <a:ext cx="3656198" cy="119614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92DB44-C936-42D9-98A2-868233A01F64}">
      <dsp:nvSpPr>
        <dsp:cNvPr id="0" name=""/>
        <dsp:cNvSpPr/>
      </dsp:nvSpPr>
      <dsp:spPr>
        <a:xfrm>
          <a:off x="3364992" y="0"/>
          <a:ext cx="3785616" cy="13255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123825" rIns="247650" bIns="123825" numCol="1" spcCol="1270" anchor="ctr" anchorCtr="0">
          <a:noAutofit/>
        </a:bodyPr>
        <a:lstStyle/>
        <a:p>
          <a:pPr marL="0" lvl="0" indent="0" algn="ctr" defTabSz="2889250">
            <a:lnSpc>
              <a:spcPct val="90000"/>
            </a:lnSpc>
            <a:spcBef>
              <a:spcPct val="0"/>
            </a:spcBef>
            <a:spcAft>
              <a:spcPct val="35000"/>
            </a:spcAft>
            <a:buNone/>
          </a:pPr>
          <a:r>
            <a:rPr lang="en-US" sz="6500" kern="1200" dirty="0"/>
            <a:t>CBC</a:t>
          </a:r>
        </a:p>
      </dsp:txBody>
      <dsp:txXfrm>
        <a:off x="3429701" y="64709"/>
        <a:ext cx="3656198" cy="119614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7D422-2DC4-492B-97D3-18B020603799}">
      <dsp:nvSpPr>
        <dsp:cNvPr id="0" name=""/>
        <dsp:cNvSpPr/>
      </dsp:nvSpPr>
      <dsp:spPr>
        <a:xfrm>
          <a:off x="3195226" y="0"/>
          <a:ext cx="4125147" cy="157527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b="1" kern="1200" dirty="0"/>
            <a:t>Padding schemes for block ciphers</a:t>
          </a:r>
          <a:br>
            <a:rPr lang="en-US" sz="3100" b="1" kern="1200" dirty="0"/>
          </a:br>
          <a:endParaRPr lang="en-US" sz="3100" kern="1200" dirty="0"/>
        </a:p>
      </dsp:txBody>
      <dsp:txXfrm>
        <a:off x="3272125" y="76899"/>
        <a:ext cx="3971349" cy="142148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E43003-DCD3-4E45-8DCB-E2B73648066F}">
      <dsp:nvSpPr>
        <dsp:cNvPr id="0" name=""/>
        <dsp:cNvSpPr/>
      </dsp:nvSpPr>
      <dsp:spPr>
        <a:xfrm>
          <a:off x="0" y="26147"/>
          <a:ext cx="10106025"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To perform encryption with a block cipher in ECB or CBC mode the length of the input to be encrypted </a:t>
          </a:r>
          <a:r>
            <a:rPr lang="en-US" sz="2200" i="1" kern="1200"/>
            <a:t>must</a:t>
          </a:r>
          <a:r>
            <a:rPr lang="en-US" sz="2200" kern="1200"/>
            <a:t> be an exact multiple of the block length B in bytes.</a:t>
          </a:r>
        </a:p>
      </dsp:txBody>
      <dsp:txXfrm>
        <a:off x="42722" y="68869"/>
        <a:ext cx="10020581" cy="789716"/>
      </dsp:txXfrm>
    </dsp:sp>
    <dsp:sp modelId="{50F2F487-926D-4BF3-9540-3A22E6F91ADC}">
      <dsp:nvSpPr>
        <dsp:cNvPr id="0" name=""/>
        <dsp:cNvSpPr/>
      </dsp:nvSpPr>
      <dsp:spPr>
        <a:xfrm>
          <a:off x="0" y="964667"/>
          <a:ext cx="10106025"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For Triple DES the block length B is 8 bytes (64 bits) and for all AES variants it is 16 bytes (128 bits). </a:t>
          </a:r>
        </a:p>
      </dsp:txBody>
      <dsp:txXfrm>
        <a:off x="42722" y="1007389"/>
        <a:ext cx="10020581" cy="789716"/>
      </dsp:txXfrm>
    </dsp:sp>
    <dsp:sp modelId="{7E2D036B-C90D-43A9-B0AC-061C6B7717AD}">
      <dsp:nvSpPr>
        <dsp:cNvPr id="0" name=""/>
        <dsp:cNvSpPr/>
      </dsp:nvSpPr>
      <dsp:spPr>
        <a:xfrm>
          <a:off x="0" y="1903187"/>
          <a:ext cx="10106025"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If the length of the data to be encrypted is not an exact multiple of B, it must be padded to make it so. </a:t>
          </a:r>
        </a:p>
      </dsp:txBody>
      <dsp:txXfrm>
        <a:off x="42722" y="1945909"/>
        <a:ext cx="10020581" cy="789716"/>
      </dsp:txXfrm>
    </dsp:sp>
    <dsp:sp modelId="{82F27492-3EF8-4729-8F3B-D7EDCDD989A4}">
      <dsp:nvSpPr>
        <dsp:cNvPr id="0" name=""/>
        <dsp:cNvSpPr/>
      </dsp:nvSpPr>
      <dsp:spPr>
        <a:xfrm>
          <a:off x="0" y="2841708"/>
          <a:ext cx="10106025"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After decrypting, the padding needs to be removed.</a:t>
          </a:r>
        </a:p>
      </dsp:txBody>
      <dsp:txXfrm>
        <a:off x="42722" y="2884430"/>
        <a:ext cx="10020581" cy="789716"/>
      </dsp:txXfrm>
    </dsp:sp>
    <dsp:sp modelId="{F9E826EF-D4D7-42B5-960C-1AC6C05A56F3}">
      <dsp:nvSpPr>
        <dsp:cNvPr id="0" name=""/>
        <dsp:cNvSpPr/>
      </dsp:nvSpPr>
      <dsp:spPr>
        <a:xfrm>
          <a:off x="0" y="3780228"/>
          <a:ext cx="10106025"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The most popular is "PKCS5" padding also there is </a:t>
          </a:r>
          <a:r>
            <a:rPr lang="en-US" sz="2200" kern="1200" dirty="0" err="1"/>
            <a:t>OneAndZeroes</a:t>
          </a:r>
          <a:r>
            <a:rPr lang="en-US" sz="2200" kern="1200" dirty="0"/>
            <a:t> Padding.</a:t>
          </a:r>
        </a:p>
      </dsp:txBody>
      <dsp:txXfrm>
        <a:off x="42722" y="3822950"/>
        <a:ext cx="10020581" cy="78971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040B-CE82-40DF-BFFB-83D9D10EF090}">
      <dsp:nvSpPr>
        <dsp:cNvPr id="0" name=""/>
        <dsp:cNvSpPr/>
      </dsp:nvSpPr>
      <dsp:spPr>
        <a:xfrm>
          <a:off x="3364992" y="0"/>
          <a:ext cx="3785616" cy="13255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93345" rIns="186690" bIns="93345" numCol="1" spcCol="1270" anchor="ctr" anchorCtr="0">
          <a:noAutofit/>
        </a:bodyPr>
        <a:lstStyle/>
        <a:p>
          <a:pPr marL="0" lvl="0" indent="0" algn="ctr" defTabSz="2178050">
            <a:lnSpc>
              <a:spcPct val="90000"/>
            </a:lnSpc>
            <a:spcBef>
              <a:spcPct val="0"/>
            </a:spcBef>
            <a:spcAft>
              <a:spcPct val="35000"/>
            </a:spcAft>
            <a:buNone/>
          </a:pPr>
          <a:r>
            <a:rPr lang="en-US" sz="4900" kern="1200"/>
            <a:t>ENCRYPTION</a:t>
          </a:r>
        </a:p>
      </dsp:txBody>
      <dsp:txXfrm>
        <a:off x="3429701" y="64709"/>
        <a:ext cx="3656198" cy="1196145"/>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040B-CE82-40DF-BFFB-83D9D10EF090}">
      <dsp:nvSpPr>
        <dsp:cNvPr id="0" name=""/>
        <dsp:cNvSpPr/>
      </dsp:nvSpPr>
      <dsp:spPr>
        <a:xfrm>
          <a:off x="3057400" y="0"/>
          <a:ext cx="3439576" cy="11321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kern="1200" dirty="0"/>
            <a:t>VERIFICATION AND AUTHENTICATION</a:t>
          </a:r>
        </a:p>
      </dsp:txBody>
      <dsp:txXfrm>
        <a:off x="3112665" y="55265"/>
        <a:ext cx="3329046" cy="1021572"/>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42B799-3D75-4F4E-A9E2-3D970660C9CE}">
      <dsp:nvSpPr>
        <dsp:cNvPr id="0" name=""/>
        <dsp:cNvSpPr/>
      </dsp:nvSpPr>
      <dsp:spPr>
        <a:xfrm>
          <a:off x="0" y="5212"/>
          <a:ext cx="3888526" cy="17901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dirty="0"/>
            <a:t>CRYPPTO STACK</a:t>
          </a:r>
        </a:p>
      </dsp:txBody>
      <dsp:txXfrm>
        <a:off x="87385" y="92597"/>
        <a:ext cx="3713756" cy="161533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A21154-71DC-43D0-BE7B-E7EA24ADB924}">
      <dsp:nvSpPr>
        <dsp:cNvPr id="0" name=""/>
        <dsp:cNvSpPr/>
      </dsp:nvSpPr>
      <dsp:spPr>
        <a:xfrm>
          <a:off x="0" y="55231"/>
          <a:ext cx="3888528" cy="11093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CSM </a:t>
          </a:r>
        </a:p>
      </dsp:txBody>
      <dsp:txXfrm>
        <a:off x="54152" y="109383"/>
        <a:ext cx="3780224" cy="1001002"/>
      </dsp:txXfrm>
    </dsp:sp>
    <dsp:sp modelId="{ED9F2541-4F0A-4BAA-8ACF-70579DE9810C}">
      <dsp:nvSpPr>
        <dsp:cNvPr id="0" name=""/>
        <dsp:cNvSpPr/>
      </dsp:nvSpPr>
      <dsp:spPr>
        <a:xfrm>
          <a:off x="0" y="1222137"/>
          <a:ext cx="3888528" cy="11093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CryIf</a:t>
          </a:r>
        </a:p>
      </dsp:txBody>
      <dsp:txXfrm>
        <a:off x="54152" y="1276289"/>
        <a:ext cx="3780224" cy="1001002"/>
      </dsp:txXfrm>
    </dsp:sp>
    <dsp:sp modelId="{EDFD4BE4-A0E2-4D77-8DB9-98FFA6C9C263}">
      <dsp:nvSpPr>
        <dsp:cNvPr id="0" name=""/>
        <dsp:cNvSpPr/>
      </dsp:nvSpPr>
      <dsp:spPr>
        <a:xfrm>
          <a:off x="0" y="2399292"/>
          <a:ext cx="3888528" cy="110930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Crypto Drive :                                                      -Software Library                                   -Hardware Library "HSM"</a:t>
          </a:r>
        </a:p>
      </dsp:txBody>
      <dsp:txXfrm>
        <a:off x="54152" y="2453444"/>
        <a:ext cx="3780224" cy="100100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F3A66-9DDB-4BBD-AC6B-E6A89041255D}">
      <dsp:nvSpPr>
        <dsp:cNvPr id="0" name=""/>
        <dsp:cNvSpPr/>
      </dsp:nvSpPr>
      <dsp:spPr>
        <a:xfrm>
          <a:off x="3364992" y="0"/>
          <a:ext cx="3785616" cy="13255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CSM </a:t>
          </a:r>
          <a:br>
            <a:rPr lang="en-US" sz="2700" kern="1200"/>
          </a:br>
          <a:r>
            <a:rPr lang="en-US" sz="2700" kern="1200"/>
            <a:t>Crypto Service Manager</a:t>
          </a:r>
        </a:p>
      </dsp:txBody>
      <dsp:txXfrm>
        <a:off x="3429701" y="64709"/>
        <a:ext cx="3656198" cy="1196145"/>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24ACBB-4F45-42F3-91E0-00B6B578FC3C}">
      <dsp:nvSpPr>
        <dsp:cNvPr id="0" name=""/>
        <dsp:cNvSpPr/>
      </dsp:nvSpPr>
      <dsp:spPr>
        <a:xfrm>
          <a:off x="0" y="64179"/>
          <a:ext cx="10515600" cy="2069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dirty="0"/>
            <a:t>Crypto Service Manager (CSM) is a Service layer module which provides standard interface to the application to access basic cryptographic services provided by the Software/Hardware crypto driver.</a:t>
          </a:r>
          <a:endParaRPr lang="en-US" sz="2900" kern="1200" dirty="0"/>
        </a:p>
      </dsp:txBody>
      <dsp:txXfrm>
        <a:off x="101036" y="165215"/>
        <a:ext cx="10313528" cy="1867658"/>
      </dsp:txXfrm>
    </dsp:sp>
    <dsp:sp modelId="{7EE8DF1F-8E3B-4864-9E87-472C99DCDC9C}">
      <dsp:nvSpPr>
        <dsp:cNvPr id="0" name=""/>
        <dsp:cNvSpPr/>
      </dsp:nvSpPr>
      <dsp:spPr>
        <a:xfrm>
          <a:off x="0" y="2217429"/>
          <a:ext cx="10515600" cy="20697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b="0" i="0" kern="1200" dirty="0"/>
            <a:t>These services can be accessed by application synchronously (services are completed when the function returns) or asynchronously (callback routine is called on completion of the service).</a:t>
          </a:r>
          <a:endParaRPr lang="en-US" sz="2900" kern="1200" dirty="0"/>
        </a:p>
      </dsp:txBody>
      <dsp:txXfrm>
        <a:off x="101036" y="2318465"/>
        <a:ext cx="10313528" cy="1867658"/>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EB1BA0-559A-4568-84A4-853F952D3036}">
      <dsp:nvSpPr>
        <dsp:cNvPr id="0" name=""/>
        <dsp:cNvSpPr/>
      </dsp:nvSpPr>
      <dsp:spPr>
        <a:xfrm>
          <a:off x="5566299" y="2512901"/>
          <a:ext cx="4359559" cy="504411"/>
        </a:xfrm>
        <a:custGeom>
          <a:avLst/>
          <a:gdLst/>
          <a:ahLst/>
          <a:cxnLst/>
          <a:rect l="0" t="0" r="0" b="0"/>
          <a:pathLst>
            <a:path>
              <a:moveTo>
                <a:pt x="0" y="0"/>
              </a:moveTo>
              <a:lnTo>
                <a:pt x="0" y="252205"/>
              </a:lnTo>
              <a:lnTo>
                <a:pt x="4359559" y="252205"/>
              </a:lnTo>
              <a:lnTo>
                <a:pt x="4359559" y="5044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BE3405-403D-4516-915E-24E312415129}">
      <dsp:nvSpPr>
        <dsp:cNvPr id="0" name=""/>
        <dsp:cNvSpPr/>
      </dsp:nvSpPr>
      <dsp:spPr>
        <a:xfrm>
          <a:off x="5566299" y="2512901"/>
          <a:ext cx="1453186" cy="504411"/>
        </a:xfrm>
        <a:custGeom>
          <a:avLst/>
          <a:gdLst/>
          <a:ahLst/>
          <a:cxnLst/>
          <a:rect l="0" t="0" r="0" b="0"/>
          <a:pathLst>
            <a:path>
              <a:moveTo>
                <a:pt x="0" y="0"/>
              </a:moveTo>
              <a:lnTo>
                <a:pt x="0" y="252205"/>
              </a:lnTo>
              <a:lnTo>
                <a:pt x="1453186" y="252205"/>
              </a:lnTo>
              <a:lnTo>
                <a:pt x="1453186" y="5044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75A0F8-5D98-4C2E-B8C7-24E3B4CF24F3}">
      <dsp:nvSpPr>
        <dsp:cNvPr id="0" name=""/>
        <dsp:cNvSpPr/>
      </dsp:nvSpPr>
      <dsp:spPr>
        <a:xfrm>
          <a:off x="4113112" y="2512901"/>
          <a:ext cx="1453186" cy="504411"/>
        </a:xfrm>
        <a:custGeom>
          <a:avLst/>
          <a:gdLst/>
          <a:ahLst/>
          <a:cxnLst/>
          <a:rect l="0" t="0" r="0" b="0"/>
          <a:pathLst>
            <a:path>
              <a:moveTo>
                <a:pt x="1453186" y="0"/>
              </a:moveTo>
              <a:lnTo>
                <a:pt x="1453186" y="252205"/>
              </a:lnTo>
              <a:lnTo>
                <a:pt x="0" y="252205"/>
              </a:lnTo>
              <a:lnTo>
                <a:pt x="0" y="5044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E7C8C6-9A8A-45D4-945E-374EC75DF759}">
      <dsp:nvSpPr>
        <dsp:cNvPr id="0" name=""/>
        <dsp:cNvSpPr/>
      </dsp:nvSpPr>
      <dsp:spPr>
        <a:xfrm>
          <a:off x="1206739" y="2512901"/>
          <a:ext cx="4359559" cy="504411"/>
        </a:xfrm>
        <a:custGeom>
          <a:avLst/>
          <a:gdLst/>
          <a:ahLst/>
          <a:cxnLst/>
          <a:rect l="0" t="0" r="0" b="0"/>
          <a:pathLst>
            <a:path>
              <a:moveTo>
                <a:pt x="4359559" y="0"/>
              </a:moveTo>
              <a:lnTo>
                <a:pt x="4359559" y="252205"/>
              </a:lnTo>
              <a:lnTo>
                <a:pt x="0" y="252205"/>
              </a:lnTo>
              <a:lnTo>
                <a:pt x="0" y="5044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092678-4049-475F-8FCE-89F00E1415D0}">
      <dsp:nvSpPr>
        <dsp:cNvPr id="0" name=""/>
        <dsp:cNvSpPr/>
      </dsp:nvSpPr>
      <dsp:spPr>
        <a:xfrm>
          <a:off x="4365318" y="1311920"/>
          <a:ext cx="2401961" cy="1200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CSM</a:t>
          </a:r>
        </a:p>
      </dsp:txBody>
      <dsp:txXfrm>
        <a:off x="4365318" y="1311920"/>
        <a:ext cx="2401961" cy="1200980"/>
      </dsp:txXfrm>
    </dsp:sp>
    <dsp:sp modelId="{C44EE7DE-0F21-4599-9CF2-7AB99DE8760D}">
      <dsp:nvSpPr>
        <dsp:cNvPr id="0" name=""/>
        <dsp:cNvSpPr/>
      </dsp:nvSpPr>
      <dsp:spPr>
        <a:xfrm>
          <a:off x="5758" y="3017312"/>
          <a:ext cx="2401961" cy="1200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a:t>KEYS</a:t>
          </a:r>
          <a:endParaRPr lang="en-US" sz="2900" kern="1200" dirty="0"/>
        </a:p>
      </dsp:txBody>
      <dsp:txXfrm>
        <a:off x="5758" y="3017312"/>
        <a:ext cx="2401961" cy="1200980"/>
      </dsp:txXfrm>
    </dsp:sp>
    <dsp:sp modelId="{489A4336-F543-41E8-A670-CCE621C64AB9}">
      <dsp:nvSpPr>
        <dsp:cNvPr id="0" name=""/>
        <dsp:cNvSpPr/>
      </dsp:nvSpPr>
      <dsp:spPr>
        <a:xfrm>
          <a:off x="2912131" y="3017312"/>
          <a:ext cx="2401961" cy="1200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PRIMITIVES</a:t>
          </a:r>
        </a:p>
      </dsp:txBody>
      <dsp:txXfrm>
        <a:off x="2912131" y="3017312"/>
        <a:ext cx="2401961" cy="1200980"/>
      </dsp:txXfrm>
    </dsp:sp>
    <dsp:sp modelId="{2CE2EC96-1BD6-4326-954B-1F7EBAB4F18F}">
      <dsp:nvSpPr>
        <dsp:cNvPr id="0" name=""/>
        <dsp:cNvSpPr/>
      </dsp:nvSpPr>
      <dsp:spPr>
        <a:xfrm>
          <a:off x="5818504" y="3017312"/>
          <a:ext cx="2401961" cy="1200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KEY MANAGEMENT</a:t>
          </a:r>
        </a:p>
      </dsp:txBody>
      <dsp:txXfrm>
        <a:off x="5818504" y="3017312"/>
        <a:ext cx="2401961" cy="1200980"/>
      </dsp:txXfrm>
    </dsp:sp>
    <dsp:sp modelId="{D900FB84-9799-4AAA-8C4C-96009DB84A09}">
      <dsp:nvSpPr>
        <dsp:cNvPr id="0" name=""/>
        <dsp:cNvSpPr/>
      </dsp:nvSpPr>
      <dsp:spPr>
        <a:xfrm>
          <a:off x="8724878" y="3017312"/>
          <a:ext cx="2401961" cy="12009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JOBS</a:t>
          </a:r>
        </a:p>
      </dsp:txBody>
      <dsp:txXfrm>
        <a:off x="8724878" y="3017312"/>
        <a:ext cx="2401961" cy="120098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EB1BA0-559A-4568-84A4-853F952D3036}">
      <dsp:nvSpPr>
        <dsp:cNvPr id="0" name=""/>
        <dsp:cNvSpPr/>
      </dsp:nvSpPr>
      <dsp:spPr>
        <a:xfrm>
          <a:off x="5566299" y="2423362"/>
          <a:ext cx="3938197" cy="683488"/>
        </a:xfrm>
        <a:custGeom>
          <a:avLst/>
          <a:gdLst/>
          <a:ahLst/>
          <a:cxnLst/>
          <a:rect l="0" t="0" r="0" b="0"/>
          <a:pathLst>
            <a:path>
              <a:moveTo>
                <a:pt x="0" y="0"/>
              </a:moveTo>
              <a:lnTo>
                <a:pt x="0" y="341744"/>
              </a:lnTo>
              <a:lnTo>
                <a:pt x="3938197" y="341744"/>
              </a:lnTo>
              <a:lnTo>
                <a:pt x="3938197" y="683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BE3405-403D-4516-915E-24E312415129}">
      <dsp:nvSpPr>
        <dsp:cNvPr id="0" name=""/>
        <dsp:cNvSpPr/>
      </dsp:nvSpPr>
      <dsp:spPr>
        <a:xfrm>
          <a:off x="5520578" y="2423362"/>
          <a:ext cx="91440" cy="683488"/>
        </a:xfrm>
        <a:custGeom>
          <a:avLst/>
          <a:gdLst/>
          <a:ahLst/>
          <a:cxnLst/>
          <a:rect l="0" t="0" r="0" b="0"/>
          <a:pathLst>
            <a:path>
              <a:moveTo>
                <a:pt x="45720" y="0"/>
              </a:moveTo>
              <a:lnTo>
                <a:pt x="45720" y="683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75A0F8-5D98-4C2E-B8C7-24E3B4CF24F3}">
      <dsp:nvSpPr>
        <dsp:cNvPr id="0" name=""/>
        <dsp:cNvSpPr/>
      </dsp:nvSpPr>
      <dsp:spPr>
        <a:xfrm>
          <a:off x="1628101" y="2423362"/>
          <a:ext cx="3938197" cy="683488"/>
        </a:xfrm>
        <a:custGeom>
          <a:avLst/>
          <a:gdLst/>
          <a:ahLst/>
          <a:cxnLst/>
          <a:rect l="0" t="0" r="0" b="0"/>
          <a:pathLst>
            <a:path>
              <a:moveTo>
                <a:pt x="3938197" y="0"/>
              </a:moveTo>
              <a:lnTo>
                <a:pt x="3938197" y="341744"/>
              </a:lnTo>
              <a:lnTo>
                <a:pt x="0" y="341744"/>
              </a:lnTo>
              <a:lnTo>
                <a:pt x="0" y="6834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092678-4049-475F-8FCE-89F00E1415D0}">
      <dsp:nvSpPr>
        <dsp:cNvPr id="0" name=""/>
        <dsp:cNvSpPr/>
      </dsp:nvSpPr>
      <dsp:spPr>
        <a:xfrm>
          <a:off x="3938944" y="796008"/>
          <a:ext cx="3254708" cy="162735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2044700">
            <a:lnSpc>
              <a:spcPct val="90000"/>
            </a:lnSpc>
            <a:spcBef>
              <a:spcPct val="0"/>
            </a:spcBef>
            <a:spcAft>
              <a:spcPct val="35000"/>
            </a:spcAft>
            <a:buNone/>
          </a:pPr>
          <a:r>
            <a:rPr lang="en-US" sz="4600" kern="1200" dirty="0"/>
            <a:t>Key Management</a:t>
          </a:r>
        </a:p>
      </dsp:txBody>
      <dsp:txXfrm>
        <a:off x="3938944" y="796008"/>
        <a:ext cx="3254708" cy="1627354"/>
      </dsp:txXfrm>
    </dsp:sp>
    <dsp:sp modelId="{489A4336-F543-41E8-A670-CCE621C64AB9}">
      <dsp:nvSpPr>
        <dsp:cNvPr id="0" name=""/>
        <dsp:cNvSpPr/>
      </dsp:nvSpPr>
      <dsp:spPr>
        <a:xfrm>
          <a:off x="747" y="3106851"/>
          <a:ext cx="3254708" cy="162735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2044700">
            <a:lnSpc>
              <a:spcPct val="90000"/>
            </a:lnSpc>
            <a:spcBef>
              <a:spcPct val="0"/>
            </a:spcBef>
            <a:spcAft>
              <a:spcPct val="35000"/>
            </a:spcAft>
            <a:buNone/>
          </a:pPr>
          <a:r>
            <a:rPr lang="en-US" sz="4600" kern="1200" dirty="0"/>
            <a:t>Gen Set-Key</a:t>
          </a:r>
        </a:p>
      </dsp:txBody>
      <dsp:txXfrm>
        <a:off x="747" y="3106851"/>
        <a:ext cx="3254708" cy="1627354"/>
      </dsp:txXfrm>
    </dsp:sp>
    <dsp:sp modelId="{2CE2EC96-1BD6-4326-954B-1F7EBAB4F18F}">
      <dsp:nvSpPr>
        <dsp:cNvPr id="0" name=""/>
        <dsp:cNvSpPr/>
      </dsp:nvSpPr>
      <dsp:spPr>
        <a:xfrm>
          <a:off x="3938944" y="3106851"/>
          <a:ext cx="3254708" cy="162735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2044700">
            <a:lnSpc>
              <a:spcPct val="90000"/>
            </a:lnSpc>
            <a:spcBef>
              <a:spcPct val="0"/>
            </a:spcBef>
            <a:spcAft>
              <a:spcPct val="35000"/>
            </a:spcAft>
            <a:buNone/>
          </a:pPr>
          <a:r>
            <a:rPr lang="en-US" sz="4600" i="1" kern="1200" dirty="0"/>
            <a:t>Get</a:t>
          </a:r>
          <a:r>
            <a:rPr lang="en-US" sz="4600" i="1" kern="1200" baseline="0" dirty="0"/>
            <a:t> - Key</a:t>
          </a:r>
          <a:endParaRPr lang="en-US" sz="4600" i="1" kern="1200" dirty="0"/>
        </a:p>
      </dsp:txBody>
      <dsp:txXfrm>
        <a:off x="3938944" y="3106851"/>
        <a:ext cx="3254708" cy="1627354"/>
      </dsp:txXfrm>
    </dsp:sp>
    <dsp:sp modelId="{D900FB84-9799-4AAA-8C4C-96009DB84A09}">
      <dsp:nvSpPr>
        <dsp:cNvPr id="0" name=""/>
        <dsp:cNvSpPr/>
      </dsp:nvSpPr>
      <dsp:spPr>
        <a:xfrm>
          <a:off x="7877142" y="3106851"/>
          <a:ext cx="3254708" cy="162735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2044700">
            <a:lnSpc>
              <a:spcPct val="90000"/>
            </a:lnSpc>
            <a:spcBef>
              <a:spcPct val="0"/>
            </a:spcBef>
            <a:spcAft>
              <a:spcPct val="35000"/>
            </a:spcAft>
            <a:buNone/>
          </a:pPr>
          <a:r>
            <a:rPr lang="en-US" sz="4600" kern="1200" dirty="0"/>
            <a:t>Set-Key-Valid</a:t>
          </a:r>
        </a:p>
      </dsp:txBody>
      <dsp:txXfrm>
        <a:off x="7877142" y="3106851"/>
        <a:ext cx="3254708" cy="1627354"/>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1202A3-8805-4E18-9AAA-18D2F2583801}">
      <dsp:nvSpPr>
        <dsp:cNvPr id="0" name=""/>
        <dsp:cNvSpPr/>
      </dsp:nvSpPr>
      <dsp:spPr>
        <a:xfrm>
          <a:off x="5566299" y="2564983"/>
          <a:ext cx="4612377" cy="400247"/>
        </a:xfrm>
        <a:custGeom>
          <a:avLst/>
          <a:gdLst/>
          <a:ahLst/>
          <a:cxnLst/>
          <a:rect l="0" t="0" r="0" b="0"/>
          <a:pathLst>
            <a:path>
              <a:moveTo>
                <a:pt x="0" y="0"/>
              </a:moveTo>
              <a:lnTo>
                <a:pt x="0" y="200123"/>
              </a:lnTo>
              <a:lnTo>
                <a:pt x="4612377" y="200123"/>
              </a:lnTo>
              <a:lnTo>
                <a:pt x="4612377" y="4002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EB1BA0-559A-4568-84A4-853F952D3036}">
      <dsp:nvSpPr>
        <dsp:cNvPr id="0" name=""/>
        <dsp:cNvSpPr/>
      </dsp:nvSpPr>
      <dsp:spPr>
        <a:xfrm>
          <a:off x="5566299" y="2564983"/>
          <a:ext cx="2306188" cy="400247"/>
        </a:xfrm>
        <a:custGeom>
          <a:avLst/>
          <a:gdLst/>
          <a:ahLst/>
          <a:cxnLst/>
          <a:rect l="0" t="0" r="0" b="0"/>
          <a:pathLst>
            <a:path>
              <a:moveTo>
                <a:pt x="0" y="0"/>
              </a:moveTo>
              <a:lnTo>
                <a:pt x="0" y="200123"/>
              </a:lnTo>
              <a:lnTo>
                <a:pt x="2306188" y="200123"/>
              </a:lnTo>
              <a:lnTo>
                <a:pt x="2306188" y="4002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BE3405-403D-4516-915E-24E312415129}">
      <dsp:nvSpPr>
        <dsp:cNvPr id="0" name=""/>
        <dsp:cNvSpPr/>
      </dsp:nvSpPr>
      <dsp:spPr>
        <a:xfrm>
          <a:off x="5520578" y="2564983"/>
          <a:ext cx="91440" cy="400247"/>
        </a:xfrm>
        <a:custGeom>
          <a:avLst/>
          <a:gdLst/>
          <a:ahLst/>
          <a:cxnLst/>
          <a:rect l="0" t="0" r="0" b="0"/>
          <a:pathLst>
            <a:path>
              <a:moveTo>
                <a:pt x="45720" y="0"/>
              </a:moveTo>
              <a:lnTo>
                <a:pt x="45720" y="4002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75A0F8-5D98-4C2E-B8C7-24E3B4CF24F3}">
      <dsp:nvSpPr>
        <dsp:cNvPr id="0" name=""/>
        <dsp:cNvSpPr/>
      </dsp:nvSpPr>
      <dsp:spPr>
        <a:xfrm>
          <a:off x="3260110" y="2564983"/>
          <a:ext cx="2306188" cy="400247"/>
        </a:xfrm>
        <a:custGeom>
          <a:avLst/>
          <a:gdLst/>
          <a:ahLst/>
          <a:cxnLst/>
          <a:rect l="0" t="0" r="0" b="0"/>
          <a:pathLst>
            <a:path>
              <a:moveTo>
                <a:pt x="2306188" y="0"/>
              </a:moveTo>
              <a:lnTo>
                <a:pt x="2306188" y="200123"/>
              </a:lnTo>
              <a:lnTo>
                <a:pt x="0" y="200123"/>
              </a:lnTo>
              <a:lnTo>
                <a:pt x="0" y="40024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02C958-3DE9-4C29-8D59-08EFE2F90560}">
      <dsp:nvSpPr>
        <dsp:cNvPr id="0" name=""/>
        <dsp:cNvSpPr/>
      </dsp:nvSpPr>
      <dsp:spPr>
        <a:xfrm>
          <a:off x="1000960" y="2564983"/>
          <a:ext cx="4565338" cy="363310"/>
        </a:xfrm>
        <a:custGeom>
          <a:avLst/>
          <a:gdLst/>
          <a:ahLst/>
          <a:cxnLst/>
          <a:rect l="0" t="0" r="0" b="0"/>
          <a:pathLst>
            <a:path>
              <a:moveTo>
                <a:pt x="4565338" y="0"/>
              </a:moveTo>
              <a:lnTo>
                <a:pt x="4565338" y="163186"/>
              </a:lnTo>
              <a:lnTo>
                <a:pt x="0" y="163186"/>
              </a:lnTo>
              <a:lnTo>
                <a:pt x="0" y="36331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092678-4049-475F-8FCE-89F00E1415D0}">
      <dsp:nvSpPr>
        <dsp:cNvPr id="0" name=""/>
        <dsp:cNvSpPr/>
      </dsp:nvSpPr>
      <dsp:spPr>
        <a:xfrm>
          <a:off x="4613328" y="1612012"/>
          <a:ext cx="1905941" cy="9529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JOBS</a:t>
          </a:r>
        </a:p>
      </dsp:txBody>
      <dsp:txXfrm>
        <a:off x="4613328" y="1612012"/>
        <a:ext cx="1905941" cy="952970"/>
      </dsp:txXfrm>
    </dsp:sp>
    <dsp:sp modelId="{CFCFF1BB-A849-44EA-AF7B-96BE3695BFC1}">
      <dsp:nvSpPr>
        <dsp:cNvPr id="0" name=""/>
        <dsp:cNvSpPr/>
      </dsp:nvSpPr>
      <dsp:spPr>
        <a:xfrm>
          <a:off x="47989" y="2928293"/>
          <a:ext cx="1905941" cy="9529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a:t>Encryption</a:t>
          </a:r>
          <a:endParaRPr lang="en-US" sz="3200" kern="1200" dirty="0"/>
        </a:p>
      </dsp:txBody>
      <dsp:txXfrm>
        <a:off x="47989" y="2928293"/>
        <a:ext cx="1905941" cy="952970"/>
      </dsp:txXfrm>
    </dsp:sp>
    <dsp:sp modelId="{489A4336-F543-41E8-A670-CCE621C64AB9}">
      <dsp:nvSpPr>
        <dsp:cNvPr id="0" name=""/>
        <dsp:cNvSpPr/>
      </dsp:nvSpPr>
      <dsp:spPr>
        <a:xfrm>
          <a:off x="2307139" y="2965230"/>
          <a:ext cx="1905941" cy="9529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Decryption	</a:t>
          </a:r>
        </a:p>
      </dsp:txBody>
      <dsp:txXfrm>
        <a:off x="2307139" y="2965230"/>
        <a:ext cx="1905941" cy="952970"/>
      </dsp:txXfrm>
    </dsp:sp>
    <dsp:sp modelId="{2CE2EC96-1BD6-4326-954B-1F7EBAB4F18F}">
      <dsp:nvSpPr>
        <dsp:cNvPr id="0" name=""/>
        <dsp:cNvSpPr/>
      </dsp:nvSpPr>
      <dsp:spPr>
        <a:xfrm>
          <a:off x="4613328" y="2965230"/>
          <a:ext cx="1905941" cy="9529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Hash</a:t>
          </a:r>
        </a:p>
      </dsp:txBody>
      <dsp:txXfrm>
        <a:off x="4613328" y="2965230"/>
        <a:ext cx="1905941" cy="952970"/>
      </dsp:txXfrm>
    </dsp:sp>
    <dsp:sp modelId="{D900FB84-9799-4AAA-8C4C-96009DB84A09}">
      <dsp:nvSpPr>
        <dsp:cNvPr id="0" name=""/>
        <dsp:cNvSpPr/>
      </dsp:nvSpPr>
      <dsp:spPr>
        <a:xfrm>
          <a:off x="6919517" y="2965230"/>
          <a:ext cx="1905941" cy="9529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Sign verification</a:t>
          </a:r>
        </a:p>
      </dsp:txBody>
      <dsp:txXfrm>
        <a:off x="6919517" y="2965230"/>
        <a:ext cx="1905941" cy="952970"/>
      </dsp:txXfrm>
    </dsp:sp>
    <dsp:sp modelId="{43D35E33-7F95-4A5E-B011-D3BB2306A20E}">
      <dsp:nvSpPr>
        <dsp:cNvPr id="0" name=""/>
        <dsp:cNvSpPr/>
      </dsp:nvSpPr>
      <dsp:spPr>
        <a:xfrm>
          <a:off x="9225705" y="2965230"/>
          <a:ext cx="1905941" cy="95297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t>CMAC</a:t>
          </a:r>
        </a:p>
      </dsp:txBody>
      <dsp:txXfrm>
        <a:off x="9225705" y="2965230"/>
        <a:ext cx="1905941" cy="952970"/>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F3A66-9DDB-4BBD-AC6B-E6A89041255D}">
      <dsp:nvSpPr>
        <dsp:cNvPr id="0" name=""/>
        <dsp:cNvSpPr/>
      </dsp:nvSpPr>
      <dsp:spPr>
        <a:xfrm>
          <a:off x="3364992" y="0"/>
          <a:ext cx="3785616" cy="13255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70485" rIns="140970" bIns="70485" numCol="1" spcCol="1270" anchor="ctr" anchorCtr="0">
          <a:noAutofit/>
        </a:bodyPr>
        <a:lstStyle/>
        <a:p>
          <a:pPr marL="0" lvl="0" indent="0" algn="ctr" defTabSz="1644650">
            <a:lnSpc>
              <a:spcPct val="90000"/>
            </a:lnSpc>
            <a:spcBef>
              <a:spcPct val="0"/>
            </a:spcBef>
            <a:spcAft>
              <a:spcPct val="35000"/>
            </a:spcAft>
            <a:buNone/>
          </a:pPr>
          <a:r>
            <a:rPr lang="en-US" sz="3700" kern="1200" dirty="0" err="1"/>
            <a:t>CryIF</a:t>
          </a:r>
          <a:r>
            <a:rPr lang="en-US" sz="3700" kern="1200" dirty="0"/>
            <a:t>  </a:t>
          </a:r>
          <a:br>
            <a:rPr lang="en-US" sz="3700" kern="1200" dirty="0"/>
          </a:br>
          <a:r>
            <a:rPr lang="en-US" sz="3700" kern="1200" dirty="0"/>
            <a:t>Crypto Interface</a:t>
          </a:r>
        </a:p>
      </dsp:txBody>
      <dsp:txXfrm>
        <a:off x="3429701" y="64709"/>
        <a:ext cx="3656198" cy="1196145"/>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BC7430-C765-4A30-8469-8EBB21043867}">
      <dsp:nvSpPr>
        <dsp:cNvPr id="0" name=""/>
        <dsp:cNvSpPr/>
      </dsp:nvSpPr>
      <dsp:spPr>
        <a:xfrm>
          <a:off x="0" y="77525"/>
          <a:ext cx="10515600" cy="136228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Crypto Interface (</a:t>
          </a:r>
          <a:r>
            <a:rPr lang="en-US" sz="1900" b="0" i="0" kern="1200" dirty="0" err="1"/>
            <a:t>CryIf</a:t>
          </a:r>
          <a:r>
            <a:rPr lang="en-US" sz="1900" b="0" i="0" kern="1200" dirty="0"/>
            <a:t>) is an ECU abstraction layer module which abstracts the services provided by the low level Software or Hardware driver from CSM.</a:t>
          </a:r>
        </a:p>
        <a:p>
          <a:pPr marL="0" lvl="0" indent="0" algn="l" defTabSz="844550">
            <a:lnSpc>
              <a:spcPct val="90000"/>
            </a:lnSpc>
            <a:spcBef>
              <a:spcPct val="0"/>
            </a:spcBef>
            <a:spcAft>
              <a:spcPct val="35000"/>
            </a:spcAft>
            <a:buNone/>
          </a:pPr>
          <a:r>
            <a:rPr lang="en-US" sz="1900" b="0" i="0" kern="1200" dirty="0"/>
            <a:t>so that CSM can provide a standardized interface to the application.</a:t>
          </a:r>
        </a:p>
      </dsp:txBody>
      <dsp:txXfrm>
        <a:off x="66501" y="144026"/>
        <a:ext cx="10382598" cy="1229280"/>
      </dsp:txXfrm>
    </dsp:sp>
    <dsp:sp modelId="{C9A23B18-D468-442A-9E41-030F80F897D9}">
      <dsp:nvSpPr>
        <dsp:cNvPr id="0" name=""/>
        <dsp:cNvSpPr/>
      </dsp:nvSpPr>
      <dsp:spPr>
        <a:xfrm>
          <a:off x="0" y="1494527"/>
          <a:ext cx="10515600" cy="136228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It gives interfaces to be used by the application through the CSM</a:t>
          </a:r>
          <a:br>
            <a:rPr lang="en-US" sz="1900" b="0" i="0" kern="1200" dirty="0"/>
          </a:br>
          <a:endParaRPr lang="en-US" sz="1900" b="0" i="0" kern="1200" dirty="0"/>
        </a:p>
      </dsp:txBody>
      <dsp:txXfrm>
        <a:off x="66501" y="1561028"/>
        <a:ext cx="10382598" cy="1229280"/>
      </dsp:txXfrm>
    </dsp:sp>
    <dsp:sp modelId="{0088FF35-52BB-47E4-83B3-0C56978DA450}">
      <dsp:nvSpPr>
        <dsp:cNvPr id="0" name=""/>
        <dsp:cNvSpPr/>
      </dsp:nvSpPr>
      <dsp:spPr>
        <a:xfrm>
          <a:off x="0" y="2911530"/>
          <a:ext cx="10515600" cy="136228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These interfaces are actually implemented </a:t>
          </a:r>
          <a:br>
            <a:rPr lang="en-US" sz="1900" b="0" i="0" kern="1200" dirty="0"/>
          </a:br>
          <a:r>
            <a:rPr lang="en-US" sz="1900" b="0" i="0" kern="1200" dirty="0"/>
            <a:t>in the in the Crypto Driver (found in the MCAL layer of the Same ECU) </a:t>
          </a:r>
          <a:br>
            <a:rPr lang="en-US" sz="1900" b="0" i="0" kern="1200" dirty="0"/>
          </a:br>
          <a:r>
            <a:rPr lang="en-US" sz="1900" b="0" i="0" kern="1200" dirty="0"/>
            <a:t>or </a:t>
          </a:r>
          <a:br>
            <a:rPr lang="en-US" sz="1900" b="0" i="0" kern="1200" dirty="0"/>
          </a:br>
          <a:r>
            <a:rPr lang="en-US" sz="1900" b="0" i="0" kern="1200" dirty="0"/>
            <a:t>from External Crypto Driver (from another ECU)</a:t>
          </a:r>
        </a:p>
      </dsp:txBody>
      <dsp:txXfrm>
        <a:off x="66501" y="2978031"/>
        <a:ext cx="10382598" cy="122928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F3A66-9DDB-4BBD-AC6B-E6A89041255D}">
      <dsp:nvSpPr>
        <dsp:cNvPr id="0" name=""/>
        <dsp:cNvSpPr/>
      </dsp:nvSpPr>
      <dsp:spPr>
        <a:xfrm>
          <a:off x="3364992" y="0"/>
          <a:ext cx="3785616" cy="132556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n-US" sz="4700" kern="1200" dirty="0"/>
            <a:t>Crypto Driver</a:t>
          </a:r>
        </a:p>
      </dsp:txBody>
      <dsp:txXfrm>
        <a:off x="3429701" y="64709"/>
        <a:ext cx="3656198" cy="1196145"/>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24ACBB-4F45-42F3-91E0-00B6B578FC3C}">
      <dsp:nvSpPr>
        <dsp:cNvPr id="0" name=""/>
        <dsp:cNvSpPr/>
      </dsp:nvSpPr>
      <dsp:spPr>
        <a:xfrm>
          <a:off x="0" y="48969"/>
          <a:ext cx="10515600" cy="13525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0" i="0" kern="1200" dirty="0"/>
            <a:t>Crypto Driver is an MCAL module which has an implementation for a cryptographic service.</a:t>
          </a:r>
        </a:p>
      </dsp:txBody>
      <dsp:txXfrm>
        <a:off x="66025" y="114994"/>
        <a:ext cx="10383550" cy="1220470"/>
      </dsp:txXfrm>
    </dsp:sp>
    <dsp:sp modelId="{F1B4DD13-80A9-4317-9E2D-D65194EBB942}">
      <dsp:nvSpPr>
        <dsp:cNvPr id="0" name=""/>
        <dsp:cNvSpPr/>
      </dsp:nvSpPr>
      <dsp:spPr>
        <a:xfrm>
          <a:off x="0" y="1499409"/>
          <a:ext cx="10515600" cy="13525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0" i="0" kern="1200"/>
            <a:t>It </a:t>
          </a:r>
          <a:r>
            <a:rPr lang="en-US" sz="3400" b="0" i="0" kern="1200" dirty="0"/>
            <a:t>can be software or a hardware module. </a:t>
          </a:r>
          <a:endParaRPr lang="en-US" sz="3400" kern="1200" dirty="0"/>
        </a:p>
      </dsp:txBody>
      <dsp:txXfrm>
        <a:off x="66025" y="1565434"/>
        <a:ext cx="10383550" cy="1220470"/>
      </dsp:txXfrm>
    </dsp:sp>
    <dsp:sp modelId="{F0080BB8-B1DE-4C15-89CC-6ADCF7667A9B}">
      <dsp:nvSpPr>
        <dsp:cNvPr id="0" name=""/>
        <dsp:cNvSpPr/>
      </dsp:nvSpPr>
      <dsp:spPr>
        <a:xfrm>
          <a:off x="0" y="2949848"/>
          <a:ext cx="10515600" cy="13525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0" i="0" kern="1200"/>
            <a:t>Hardware </a:t>
          </a:r>
          <a:r>
            <a:rPr lang="en-US" sz="3400" b="0" i="0" kern="1200" dirty="0"/>
            <a:t>is also used to provide the functionality but it is then mostly accessed using an SPI handler.</a:t>
          </a:r>
          <a:endParaRPr lang="en-US" sz="3400" kern="1200" dirty="0"/>
        </a:p>
      </dsp:txBody>
      <dsp:txXfrm>
        <a:off x="66025" y="3015873"/>
        <a:ext cx="10383550" cy="122047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02CFF-20CE-4F48-AB2F-D4109A367A30}">
      <dsp:nvSpPr>
        <dsp:cNvPr id="0" name=""/>
        <dsp:cNvSpPr/>
      </dsp:nvSpPr>
      <dsp:spPr>
        <a:xfrm>
          <a:off x="5863904" y="2938903"/>
          <a:ext cx="4592646" cy="531380"/>
        </a:xfrm>
        <a:custGeom>
          <a:avLst/>
          <a:gdLst/>
          <a:ahLst/>
          <a:cxnLst/>
          <a:rect l="0" t="0" r="0" b="0"/>
          <a:pathLst>
            <a:path>
              <a:moveTo>
                <a:pt x="0" y="0"/>
              </a:moveTo>
              <a:lnTo>
                <a:pt x="0" y="265690"/>
              </a:lnTo>
              <a:lnTo>
                <a:pt x="4592646" y="265690"/>
              </a:lnTo>
              <a:lnTo>
                <a:pt x="4592646" y="5313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25BE564-6466-4960-A2D9-52DA55B23772}">
      <dsp:nvSpPr>
        <dsp:cNvPr id="0" name=""/>
        <dsp:cNvSpPr/>
      </dsp:nvSpPr>
      <dsp:spPr>
        <a:xfrm>
          <a:off x="5863904" y="2938903"/>
          <a:ext cx="1530882" cy="531380"/>
        </a:xfrm>
        <a:custGeom>
          <a:avLst/>
          <a:gdLst/>
          <a:ahLst/>
          <a:cxnLst/>
          <a:rect l="0" t="0" r="0" b="0"/>
          <a:pathLst>
            <a:path>
              <a:moveTo>
                <a:pt x="0" y="0"/>
              </a:moveTo>
              <a:lnTo>
                <a:pt x="0" y="265690"/>
              </a:lnTo>
              <a:lnTo>
                <a:pt x="1530882" y="265690"/>
              </a:lnTo>
              <a:lnTo>
                <a:pt x="1530882" y="5313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8FD764-FDE1-4EFA-8B4D-F98880C05F82}">
      <dsp:nvSpPr>
        <dsp:cNvPr id="0" name=""/>
        <dsp:cNvSpPr/>
      </dsp:nvSpPr>
      <dsp:spPr>
        <a:xfrm>
          <a:off x="4333022" y="2938903"/>
          <a:ext cx="1530882" cy="531380"/>
        </a:xfrm>
        <a:custGeom>
          <a:avLst/>
          <a:gdLst/>
          <a:ahLst/>
          <a:cxnLst/>
          <a:rect l="0" t="0" r="0" b="0"/>
          <a:pathLst>
            <a:path>
              <a:moveTo>
                <a:pt x="1530882" y="0"/>
              </a:moveTo>
              <a:lnTo>
                <a:pt x="1530882" y="265690"/>
              </a:lnTo>
              <a:lnTo>
                <a:pt x="0" y="265690"/>
              </a:lnTo>
              <a:lnTo>
                <a:pt x="0" y="5313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00442C-768C-40E8-913C-B35CF21C3956}">
      <dsp:nvSpPr>
        <dsp:cNvPr id="0" name=""/>
        <dsp:cNvSpPr/>
      </dsp:nvSpPr>
      <dsp:spPr>
        <a:xfrm>
          <a:off x="1271258" y="2938903"/>
          <a:ext cx="4592646" cy="531380"/>
        </a:xfrm>
        <a:custGeom>
          <a:avLst/>
          <a:gdLst/>
          <a:ahLst/>
          <a:cxnLst/>
          <a:rect l="0" t="0" r="0" b="0"/>
          <a:pathLst>
            <a:path>
              <a:moveTo>
                <a:pt x="4592646" y="0"/>
              </a:moveTo>
              <a:lnTo>
                <a:pt x="4592646" y="265690"/>
              </a:lnTo>
              <a:lnTo>
                <a:pt x="0" y="265690"/>
              </a:lnTo>
              <a:lnTo>
                <a:pt x="0" y="53138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20D233-0491-4377-8856-DD0E53DE4AEA}">
      <dsp:nvSpPr>
        <dsp:cNvPr id="0" name=""/>
        <dsp:cNvSpPr/>
      </dsp:nvSpPr>
      <dsp:spPr>
        <a:xfrm>
          <a:off x="4598712" y="1673711"/>
          <a:ext cx="2530383" cy="12651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dirty="0"/>
            <a:t>Key elements</a:t>
          </a:r>
        </a:p>
      </dsp:txBody>
      <dsp:txXfrm>
        <a:off x="4598712" y="1673711"/>
        <a:ext cx="2530383" cy="1265191"/>
      </dsp:txXfrm>
    </dsp:sp>
    <dsp:sp modelId="{16CF67DD-E136-49CA-88F5-D11EAA6AFBB9}">
      <dsp:nvSpPr>
        <dsp:cNvPr id="0" name=""/>
        <dsp:cNvSpPr/>
      </dsp:nvSpPr>
      <dsp:spPr>
        <a:xfrm>
          <a:off x="6066" y="3470284"/>
          <a:ext cx="2530383" cy="12651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a:t>key</a:t>
          </a:r>
          <a:endParaRPr lang="en-US" sz="3900" kern="1200" dirty="0"/>
        </a:p>
      </dsp:txBody>
      <dsp:txXfrm>
        <a:off x="6066" y="3470284"/>
        <a:ext cx="2530383" cy="1265191"/>
      </dsp:txXfrm>
    </dsp:sp>
    <dsp:sp modelId="{DF6F97A1-96FE-4007-9810-B9ED67DEFDED}">
      <dsp:nvSpPr>
        <dsp:cNvPr id="0" name=""/>
        <dsp:cNvSpPr/>
      </dsp:nvSpPr>
      <dsp:spPr>
        <a:xfrm>
          <a:off x="3067830" y="3470284"/>
          <a:ext cx="2530383" cy="12651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dirty="0"/>
            <a:t>Initialization vector</a:t>
          </a:r>
        </a:p>
      </dsp:txBody>
      <dsp:txXfrm>
        <a:off x="3067830" y="3470284"/>
        <a:ext cx="2530383" cy="1265191"/>
      </dsp:txXfrm>
    </dsp:sp>
    <dsp:sp modelId="{D41ACB0D-10AD-41DC-B417-48E09EC1885E}">
      <dsp:nvSpPr>
        <dsp:cNvPr id="0" name=""/>
        <dsp:cNvSpPr/>
      </dsp:nvSpPr>
      <dsp:spPr>
        <a:xfrm>
          <a:off x="6129594" y="3470284"/>
          <a:ext cx="2530383" cy="12651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dirty="0"/>
            <a:t>modulus</a:t>
          </a:r>
        </a:p>
      </dsp:txBody>
      <dsp:txXfrm>
        <a:off x="6129594" y="3470284"/>
        <a:ext cx="2530383" cy="1265191"/>
      </dsp:txXfrm>
    </dsp:sp>
    <dsp:sp modelId="{7C828E88-2BC5-49F8-BAE1-A11201D30382}">
      <dsp:nvSpPr>
        <dsp:cNvPr id="0" name=""/>
        <dsp:cNvSpPr/>
      </dsp:nvSpPr>
      <dsp:spPr>
        <a:xfrm>
          <a:off x="9191358" y="3470284"/>
          <a:ext cx="2530383" cy="12651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24765" rIns="24765" bIns="24765" numCol="1" spcCol="1270" anchor="ctr" anchorCtr="0">
          <a:noAutofit/>
        </a:bodyPr>
        <a:lstStyle/>
        <a:p>
          <a:pPr marL="0" lvl="0" indent="0" algn="ctr" defTabSz="1733550">
            <a:lnSpc>
              <a:spcPct val="90000"/>
            </a:lnSpc>
            <a:spcBef>
              <a:spcPct val="0"/>
            </a:spcBef>
            <a:spcAft>
              <a:spcPct val="35000"/>
            </a:spcAft>
            <a:buNone/>
          </a:pPr>
          <a:r>
            <a:rPr lang="en-US" sz="3900" kern="1200" dirty="0"/>
            <a:t>Exponent</a:t>
          </a:r>
        </a:p>
      </dsp:txBody>
      <dsp:txXfrm>
        <a:off x="9191358" y="3470284"/>
        <a:ext cx="2530383" cy="1265191"/>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D82A0B-9A0F-4155-99E2-BCCEEA3B0412}">
      <dsp:nvSpPr>
        <dsp:cNvPr id="0" name=""/>
        <dsp:cNvSpPr/>
      </dsp:nvSpPr>
      <dsp:spPr>
        <a:xfrm>
          <a:off x="3374242" y="0"/>
          <a:ext cx="2249495" cy="1589103"/>
        </a:xfrm>
        <a:prstGeom prst="trapezoid">
          <a:avLst>
            <a:gd name="adj" fmla="val 70779"/>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2230" tIns="62230" rIns="62230" bIns="62230" numCol="1" spcCol="1270" anchor="ctr" anchorCtr="0">
          <a:noAutofit/>
        </a:bodyPr>
        <a:lstStyle/>
        <a:p>
          <a:pPr marL="0" lvl="0" indent="0" algn="ctr" defTabSz="2178050">
            <a:lnSpc>
              <a:spcPct val="90000"/>
            </a:lnSpc>
            <a:spcBef>
              <a:spcPct val="0"/>
            </a:spcBef>
            <a:spcAft>
              <a:spcPct val="35000"/>
            </a:spcAft>
            <a:buNone/>
          </a:pPr>
          <a:r>
            <a:rPr lang="en-US" sz="4900" kern="1200" dirty="0"/>
            <a:t>Key element</a:t>
          </a:r>
        </a:p>
      </dsp:txBody>
      <dsp:txXfrm>
        <a:off x="3374242" y="0"/>
        <a:ext cx="2249495" cy="1589103"/>
      </dsp:txXfrm>
    </dsp:sp>
    <dsp:sp modelId="{83D2ECBC-3CE1-4AB9-A2BE-A1C895C064AB}">
      <dsp:nvSpPr>
        <dsp:cNvPr id="0" name=""/>
        <dsp:cNvSpPr/>
      </dsp:nvSpPr>
      <dsp:spPr>
        <a:xfrm>
          <a:off x="2249495" y="1589103"/>
          <a:ext cx="4498990" cy="1589103"/>
        </a:xfrm>
        <a:prstGeom prst="trapezoid">
          <a:avLst>
            <a:gd name="adj" fmla="val 70779"/>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2230" tIns="62230" rIns="62230" bIns="62230" numCol="1" spcCol="1270" anchor="ctr" anchorCtr="0">
          <a:noAutofit/>
        </a:bodyPr>
        <a:lstStyle/>
        <a:p>
          <a:pPr marL="0" lvl="0" indent="0" algn="ctr" defTabSz="2178050">
            <a:lnSpc>
              <a:spcPct val="90000"/>
            </a:lnSpc>
            <a:spcBef>
              <a:spcPct val="0"/>
            </a:spcBef>
            <a:spcAft>
              <a:spcPct val="35000"/>
            </a:spcAft>
            <a:buNone/>
          </a:pPr>
          <a:r>
            <a:rPr lang="en-US" sz="4900" kern="1200" dirty="0"/>
            <a:t>Key type</a:t>
          </a:r>
        </a:p>
      </dsp:txBody>
      <dsp:txXfrm>
        <a:off x="3036818" y="1589103"/>
        <a:ext cx="2924343" cy="1589103"/>
      </dsp:txXfrm>
    </dsp:sp>
    <dsp:sp modelId="{56C2D1BF-99E1-469A-81F2-D7843F6F9C50}">
      <dsp:nvSpPr>
        <dsp:cNvPr id="0" name=""/>
        <dsp:cNvSpPr/>
      </dsp:nvSpPr>
      <dsp:spPr>
        <a:xfrm>
          <a:off x="1078655" y="3178206"/>
          <a:ext cx="6748485" cy="1589103"/>
        </a:xfrm>
        <a:prstGeom prst="trapezoid">
          <a:avLst>
            <a:gd name="adj" fmla="val 70779"/>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2230" tIns="62230" rIns="62230" bIns="62230" numCol="1" spcCol="1270" anchor="ctr" anchorCtr="0">
          <a:noAutofit/>
        </a:bodyPr>
        <a:lstStyle/>
        <a:p>
          <a:pPr marL="0" lvl="0" indent="0" algn="ctr" defTabSz="2178050">
            <a:lnSpc>
              <a:spcPct val="90000"/>
            </a:lnSpc>
            <a:spcBef>
              <a:spcPct val="0"/>
            </a:spcBef>
            <a:spcAft>
              <a:spcPct val="35000"/>
            </a:spcAft>
            <a:buNone/>
          </a:pPr>
          <a:r>
            <a:rPr lang="en-US" sz="4900" kern="1200" dirty="0"/>
            <a:t>Key from key type</a:t>
          </a:r>
        </a:p>
      </dsp:txBody>
      <dsp:txXfrm>
        <a:off x="2259640" y="3178206"/>
        <a:ext cx="4386515" cy="1589103"/>
      </dsp:txXfrm>
    </dsp:sp>
    <dsp:sp modelId="{C4A4D247-3756-486F-8EFF-A1B20BE8B0AF}">
      <dsp:nvSpPr>
        <dsp:cNvPr id="0" name=""/>
        <dsp:cNvSpPr/>
      </dsp:nvSpPr>
      <dsp:spPr>
        <a:xfrm>
          <a:off x="0" y="4767309"/>
          <a:ext cx="8997981" cy="1589103"/>
        </a:xfrm>
        <a:prstGeom prst="trapezoid">
          <a:avLst>
            <a:gd name="adj" fmla="val 70779"/>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2230" tIns="62230" rIns="62230" bIns="62230" numCol="1" spcCol="1270" anchor="ctr" anchorCtr="0">
          <a:noAutofit/>
        </a:bodyPr>
        <a:lstStyle/>
        <a:p>
          <a:pPr marL="0" lvl="0" indent="0" algn="ctr" defTabSz="2178050">
            <a:lnSpc>
              <a:spcPct val="90000"/>
            </a:lnSpc>
            <a:spcBef>
              <a:spcPct val="0"/>
            </a:spcBef>
            <a:spcAft>
              <a:spcPct val="35000"/>
            </a:spcAft>
            <a:buNone/>
          </a:pPr>
          <a:r>
            <a:rPr lang="en-US" sz="4900" kern="1200" dirty="0"/>
            <a:t>Crypto primitives</a:t>
          </a:r>
        </a:p>
      </dsp:txBody>
      <dsp:txXfrm>
        <a:off x="1574646" y="4767309"/>
        <a:ext cx="5848687" cy="1589103"/>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AF4EBC-507D-45C7-A73A-9129F855750B}" type="datetimeFigureOut">
              <a:rPr lang="de-DE" smtClean="0"/>
              <a:t>27.08.2023</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79FC2-0CBF-4A96-ACD4-48B661444F8D}" type="slidenum">
              <a:rPr lang="de-DE" smtClean="0"/>
              <a:t>‹#›</a:t>
            </a:fld>
            <a:endParaRPr lang="de-DE"/>
          </a:p>
        </p:txBody>
      </p:sp>
    </p:spTree>
    <p:extLst>
      <p:ext uri="{BB962C8B-B14F-4D97-AF65-F5344CB8AC3E}">
        <p14:creationId xmlns:p14="http://schemas.microsoft.com/office/powerpoint/2010/main" val="4108074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979FC2-0CBF-4A96-ACD4-48B661444F8D}" type="slidenum">
              <a:rPr lang="de-DE" smtClean="0"/>
              <a:t>2</a:t>
            </a:fld>
            <a:endParaRPr lang="de-DE"/>
          </a:p>
        </p:txBody>
      </p:sp>
    </p:spTree>
    <p:extLst>
      <p:ext uri="{BB962C8B-B14F-4D97-AF65-F5344CB8AC3E}">
        <p14:creationId xmlns:p14="http://schemas.microsoft.com/office/powerpoint/2010/main" val="1083519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979FC2-0CBF-4A96-ACD4-48B661444F8D}" type="slidenum">
              <a:rPr lang="de-DE" smtClean="0"/>
              <a:t>5</a:t>
            </a:fld>
            <a:endParaRPr lang="de-DE"/>
          </a:p>
        </p:txBody>
      </p:sp>
    </p:spTree>
    <p:extLst>
      <p:ext uri="{BB962C8B-B14F-4D97-AF65-F5344CB8AC3E}">
        <p14:creationId xmlns:p14="http://schemas.microsoft.com/office/powerpoint/2010/main" val="885506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979FC2-0CBF-4A96-ACD4-48B661444F8D}" type="slidenum">
              <a:rPr lang="de-DE" smtClean="0"/>
              <a:t>6</a:t>
            </a:fld>
            <a:endParaRPr lang="de-DE"/>
          </a:p>
        </p:txBody>
      </p:sp>
    </p:spTree>
    <p:extLst>
      <p:ext uri="{BB962C8B-B14F-4D97-AF65-F5344CB8AC3E}">
        <p14:creationId xmlns:p14="http://schemas.microsoft.com/office/powerpoint/2010/main" val="1151218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2979FC2-0CBF-4A96-ACD4-48B661444F8D}" type="slidenum">
              <a:rPr lang="de-DE" smtClean="0"/>
              <a:t>16</a:t>
            </a:fld>
            <a:endParaRPr lang="de-DE"/>
          </a:p>
        </p:txBody>
      </p:sp>
    </p:spTree>
    <p:extLst>
      <p:ext uri="{BB962C8B-B14F-4D97-AF65-F5344CB8AC3E}">
        <p14:creationId xmlns:p14="http://schemas.microsoft.com/office/powerpoint/2010/main" val="1367400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Divid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78BAAB8-1BFB-02AB-4E53-498584AC73F1}"/>
              </a:ext>
            </a:extLst>
          </p:cNvPr>
          <p:cNvSpPr>
            <a:spLocks noGrp="1"/>
          </p:cNvSpPr>
          <p:nvPr>
            <p:ph type="pic" sz="quarter" idx="10"/>
          </p:nvPr>
        </p:nvSpPr>
        <p:spPr>
          <a:xfrm>
            <a:off x="7762875" y="1171575"/>
            <a:ext cx="3524250" cy="3762375"/>
          </a:xfrm>
          <a:prstGeom prst="rect">
            <a:avLst/>
          </a:prstGeom>
        </p:spPr>
        <p:txBody>
          <a:bodyPr/>
          <a:lstStyle>
            <a:lvl1pPr marL="0" indent="0" algn="ctr">
              <a:buNone/>
              <a:defRPr/>
            </a:lvl1pPr>
          </a:lstStyle>
          <a:p>
            <a:endParaRPr lang="en-US"/>
          </a:p>
        </p:txBody>
      </p:sp>
      <p:sp>
        <p:nvSpPr>
          <p:cNvPr id="5" name="Text Placeholder 4">
            <a:extLst>
              <a:ext uri="{FF2B5EF4-FFF2-40B4-BE49-F238E27FC236}">
                <a16:creationId xmlns:a16="http://schemas.microsoft.com/office/drawing/2014/main" id="{B442E051-9B97-62E3-65BA-7637846628F7}"/>
              </a:ext>
            </a:extLst>
          </p:cNvPr>
          <p:cNvSpPr>
            <a:spLocks noGrp="1"/>
          </p:cNvSpPr>
          <p:nvPr>
            <p:ph type="body" sz="quarter" idx="11" hasCustomPrompt="1"/>
          </p:nvPr>
        </p:nvSpPr>
        <p:spPr>
          <a:xfrm>
            <a:off x="904875" y="3333750"/>
            <a:ext cx="6505575" cy="723900"/>
          </a:xfrm>
          <a:prstGeom prst="rect">
            <a:avLst/>
          </a:prstGeom>
        </p:spPr>
        <p:txBody>
          <a:bodyPr anchor="b"/>
          <a:lstStyle>
            <a:lvl1pPr marL="0" indent="0" algn="l" defTabSz="914400" rtl="0" eaLnBrk="1" latinLnBrk="0" hangingPunct="1">
              <a:lnSpc>
                <a:spcPct val="90000"/>
              </a:lnSpc>
              <a:spcBef>
                <a:spcPct val="0"/>
              </a:spcBef>
              <a:buNone/>
              <a:defRPr lang="en-US" sz="4400" b="1" u="none" kern="1200" dirty="0" smtClean="0">
                <a:solidFill>
                  <a:schemeClr val="bg1"/>
                </a:solidFill>
                <a:latin typeface="+mj-lt"/>
                <a:ea typeface="+mj-ea"/>
                <a:cs typeface="+mj-cs"/>
              </a:defRPr>
            </a:lvl1pPr>
          </a:lstStyle>
          <a:p>
            <a:pPr lvl="0"/>
            <a:r>
              <a:rPr lang="en-US" dirty="0"/>
              <a:t>Slide Main title</a:t>
            </a:r>
          </a:p>
        </p:txBody>
      </p:sp>
      <p:sp>
        <p:nvSpPr>
          <p:cNvPr id="9" name="Text Placeholder 4">
            <a:extLst>
              <a:ext uri="{FF2B5EF4-FFF2-40B4-BE49-F238E27FC236}">
                <a16:creationId xmlns:a16="http://schemas.microsoft.com/office/drawing/2014/main" id="{57460E79-B3B2-5559-CA75-315F4752D539}"/>
              </a:ext>
            </a:extLst>
          </p:cNvPr>
          <p:cNvSpPr>
            <a:spLocks noGrp="1"/>
          </p:cNvSpPr>
          <p:nvPr>
            <p:ph type="body" sz="quarter" idx="12" hasCustomPrompt="1"/>
          </p:nvPr>
        </p:nvSpPr>
        <p:spPr>
          <a:xfrm>
            <a:off x="904875" y="4210050"/>
            <a:ext cx="6505575" cy="723900"/>
          </a:xfrm>
          <a:prstGeom prst="rect">
            <a:avLst/>
          </a:prstGeom>
        </p:spPr>
        <p:txBody>
          <a:bodyPr anchor="t"/>
          <a:lstStyle>
            <a:lvl1pPr marL="0" indent="0" rtl="0">
              <a:buNone/>
              <a:defRPr sz="2800" b="0">
                <a:solidFill>
                  <a:srgbClr val="86549F"/>
                </a:solidFill>
                <a:latin typeface="Eras Medium ITC" panose="020B0602030504020804" pitchFamily="34" charset="0"/>
              </a:defRPr>
            </a:lvl1pPr>
          </a:lstStyle>
          <a:p>
            <a:pPr lvl="0"/>
            <a:r>
              <a:rPr lang="en-US" dirty="0"/>
              <a:t>Slide Sub title</a:t>
            </a:r>
          </a:p>
        </p:txBody>
      </p:sp>
    </p:spTree>
    <p:extLst>
      <p:ext uri="{BB962C8B-B14F-4D97-AF65-F5344CB8AC3E}">
        <p14:creationId xmlns:p14="http://schemas.microsoft.com/office/powerpoint/2010/main" val="248230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Divider">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442E051-9B97-62E3-65BA-7637846628F7}"/>
              </a:ext>
            </a:extLst>
          </p:cNvPr>
          <p:cNvSpPr>
            <a:spLocks noGrp="1"/>
          </p:cNvSpPr>
          <p:nvPr>
            <p:ph type="body" sz="quarter" idx="11" hasCustomPrompt="1"/>
          </p:nvPr>
        </p:nvSpPr>
        <p:spPr>
          <a:xfrm>
            <a:off x="2843212" y="2164827"/>
            <a:ext cx="6505575" cy="723900"/>
          </a:xfrm>
          <a:prstGeom prst="rect">
            <a:avLst/>
          </a:prstGeom>
        </p:spPr>
        <p:txBody>
          <a:bodyPr anchor="b"/>
          <a:lstStyle>
            <a:lvl1pPr marL="0" indent="0" algn="ctr" defTabSz="914400" rtl="0" eaLnBrk="1" latinLnBrk="0" hangingPunct="1">
              <a:lnSpc>
                <a:spcPct val="90000"/>
              </a:lnSpc>
              <a:spcBef>
                <a:spcPct val="0"/>
              </a:spcBef>
              <a:buNone/>
              <a:defRPr lang="en-US" sz="5400" b="1" u="none" kern="1200" dirty="0" smtClean="0">
                <a:solidFill>
                  <a:schemeClr val="bg1"/>
                </a:solidFill>
                <a:latin typeface="+mj-lt"/>
                <a:ea typeface="+mj-ea"/>
                <a:cs typeface="+mj-cs"/>
              </a:defRPr>
            </a:lvl1pPr>
          </a:lstStyle>
          <a:p>
            <a:pPr lvl="0"/>
            <a:r>
              <a:rPr lang="en-US" dirty="0"/>
              <a:t>Slide Main title</a:t>
            </a:r>
          </a:p>
        </p:txBody>
      </p:sp>
      <p:sp>
        <p:nvSpPr>
          <p:cNvPr id="9" name="Text Placeholder 4">
            <a:extLst>
              <a:ext uri="{FF2B5EF4-FFF2-40B4-BE49-F238E27FC236}">
                <a16:creationId xmlns:a16="http://schemas.microsoft.com/office/drawing/2014/main" id="{57460E79-B3B2-5559-CA75-315F4752D539}"/>
              </a:ext>
            </a:extLst>
          </p:cNvPr>
          <p:cNvSpPr>
            <a:spLocks noGrp="1"/>
          </p:cNvSpPr>
          <p:nvPr>
            <p:ph type="body" sz="quarter" idx="12" hasCustomPrompt="1"/>
          </p:nvPr>
        </p:nvSpPr>
        <p:spPr>
          <a:xfrm>
            <a:off x="2843212" y="3245374"/>
            <a:ext cx="6505575" cy="723900"/>
          </a:xfrm>
          <a:prstGeom prst="rect">
            <a:avLst/>
          </a:prstGeom>
        </p:spPr>
        <p:txBody>
          <a:bodyPr anchor="t"/>
          <a:lstStyle>
            <a:lvl1pPr marL="0" indent="0" algn="ctr" rtl="0">
              <a:buNone/>
              <a:defRPr sz="2800" b="0">
                <a:solidFill>
                  <a:srgbClr val="86549F"/>
                </a:solidFill>
                <a:latin typeface="Eras Medium ITC" panose="020B0602030504020804" pitchFamily="34" charset="0"/>
              </a:defRPr>
            </a:lvl1pPr>
          </a:lstStyle>
          <a:p>
            <a:pPr lvl="0"/>
            <a:r>
              <a:rPr lang="en-US" dirty="0"/>
              <a:t>Slide Sub title</a:t>
            </a:r>
          </a:p>
        </p:txBody>
      </p:sp>
    </p:spTree>
    <p:extLst>
      <p:ext uri="{BB962C8B-B14F-4D97-AF65-F5344CB8AC3E}">
        <p14:creationId xmlns:p14="http://schemas.microsoft.com/office/powerpoint/2010/main" val="271745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Divider_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78BAAB8-1BFB-02AB-4E53-498584AC73F1}"/>
              </a:ext>
            </a:extLst>
          </p:cNvPr>
          <p:cNvSpPr>
            <a:spLocks noGrp="1"/>
          </p:cNvSpPr>
          <p:nvPr>
            <p:ph type="pic" sz="quarter" idx="10"/>
          </p:nvPr>
        </p:nvSpPr>
        <p:spPr>
          <a:xfrm>
            <a:off x="7762875" y="1171575"/>
            <a:ext cx="3524250" cy="3762375"/>
          </a:xfrm>
          <a:prstGeom prst="rect">
            <a:avLst/>
          </a:prstGeom>
        </p:spPr>
        <p:txBody>
          <a:bodyPr/>
          <a:lstStyle>
            <a:lvl1pPr marL="0" indent="0" algn="ctr">
              <a:buNone/>
              <a:defRPr/>
            </a:lvl1pPr>
          </a:lstStyle>
          <a:p>
            <a:endParaRPr lang="en-US"/>
          </a:p>
        </p:txBody>
      </p:sp>
      <p:sp>
        <p:nvSpPr>
          <p:cNvPr id="5" name="Text Placeholder 4">
            <a:extLst>
              <a:ext uri="{FF2B5EF4-FFF2-40B4-BE49-F238E27FC236}">
                <a16:creationId xmlns:a16="http://schemas.microsoft.com/office/drawing/2014/main" id="{B442E051-9B97-62E3-65BA-7637846628F7}"/>
              </a:ext>
            </a:extLst>
          </p:cNvPr>
          <p:cNvSpPr>
            <a:spLocks noGrp="1"/>
          </p:cNvSpPr>
          <p:nvPr>
            <p:ph type="body" sz="quarter" idx="11" hasCustomPrompt="1"/>
          </p:nvPr>
        </p:nvSpPr>
        <p:spPr>
          <a:xfrm>
            <a:off x="904875" y="3333750"/>
            <a:ext cx="6505575" cy="723900"/>
          </a:xfrm>
          <a:prstGeom prst="rect">
            <a:avLst/>
          </a:prstGeom>
        </p:spPr>
        <p:txBody>
          <a:bodyPr anchor="b"/>
          <a:lstStyle>
            <a:lvl1pPr marL="0" indent="0" algn="l" defTabSz="914400" rtl="0" eaLnBrk="1" latinLnBrk="0" hangingPunct="1">
              <a:lnSpc>
                <a:spcPct val="90000"/>
              </a:lnSpc>
              <a:spcBef>
                <a:spcPct val="0"/>
              </a:spcBef>
              <a:buNone/>
              <a:defRPr lang="en-US" sz="4400" b="1" u="none" kern="1200" dirty="0" smtClean="0">
                <a:solidFill>
                  <a:srgbClr val="143264"/>
                </a:solidFill>
                <a:latin typeface="+mj-lt"/>
                <a:ea typeface="+mj-ea"/>
                <a:cs typeface="+mj-cs"/>
              </a:defRPr>
            </a:lvl1pPr>
          </a:lstStyle>
          <a:p>
            <a:pPr lvl="0"/>
            <a:r>
              <a:rPr lang="en-US" dirty="0"/>
              <a:t>Slide Main title</a:t>
            </a:r>
          </a:p>
        </p:txBody>
      </p:sp>
      <p:sp>
        <p:nvSpPr>
          <p:cNvPr id="9" name="Text Placeholder 4">
            <a:extLst>
              <a:ext uri="{FF2B5EF4-FFF2-40B4-BE49-F238E27FC236}">
                <a16:creationId xmlns:a16="http://schemas.microsoft.com/office/drawing/2014/main" id="{57460E79-B3B2-5559-CA75-315F4752D539}"/>
              </a:ext>
            </a:extLst>
          </p:cNvPr>
          <p:cNvSpPr>
            <a:spLocks noGrp="1"/>
          </p:cNvSpPr>
          <p:nvPr>
            <p:ph type="body" sz="quarter" idx="12" hasCustomPrompt="1"/>
          </p:nvPr>
        </p:nvSpPr>
        <p:spPr>
          <a:xfrm>
            <a:off x="904875" y="4210050"/>
            <a:ext cx="6505575" cy="723900"/>
          </a:xfrm>
          <a:prstGeom prst="rect">
            <a:avLst/>
          </a:prstGeom>
        </p:spPr>
        <p:txBody>
          <a:bodyPr anchor="t"/>
          <a:lstStyle>
            <a:lvl1pPr marL="0" indent="0" rtl="0">
              <a:buNone/>
              <a:defRPr sz="2800" b="0">
                <a:solidFill>
                  <a:srgbClr val="86549F"/>
                </a:solidFill>
                <a:latin typeface="Eras Medium ITC" panose="020B0602030504020804" pitchFamily="34" charset="0"/>
              </a:defRPr>
            </a:lvl1pPr>
          </a:lstStyle>
          <a:p>
            <a:pPr lvl="0"/>
            <a:r>
              <a:rPr lang="en-US" dirty="0"/>
              <a:t>Slide Sub title</a:t>
            </a:r>
          </a:p>
        </p:txBody>
      </p:sp>
    </p:spTree>
    <p:extLst>
      <p:ext uri="{BB962C8B-B14F-4D97-AF65-F5344CB8AC3E}">
        <p14:creationId xmlns:p14="http://schemas.microsoft.com/office/powerpoint/2010/main" val="219727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Divider_2">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E6999D49-0234-2052-EB9E-B9D0F943BDE2}"/>
              </a:ext>
            </a:extLst>
          </p:cNvPr>
          <p:cNvSpPr>
            <a:spLocks noGrp="1"/>
          </p:cNvSpPr>
          <p:nvPr>
            <p:ph type="body" sz="quarter" idx="11" hasCustomPrompt="1"/>
          </p:nvPr>
        </p:nvSpPr>
        <p:spPr>
          <a:xfrm>
            <a:off x="2843212" y="2164827"/>
            <a:ext cx="6505575" cy="723900"/>
          </a:xfrm>
          <a:prstGeom prst="rect">
            <a:avLst/>
          </a:prstGeom>
        </p:spPr>
        <p:txBody>
          <a:bodyPr anchor="ctr"/>
          <a:lstStyle>
            <a:lvl1pPr marL="0" indent="0" algn="ctr" defTabSz="914400" rtl="0" eaLnBrk="1" latinLnBrk="0" hangingPunct="1">
              <a:lnSpc>
                <a:spcPct val="90000"/>
              </a:lnSpc>
              <a:spcBef>
                <a:spcPct val="0"/>
              </a:spcBef>
              <a:buNone/>
              <a:defRPr lang="en-US" sz="5400" b="1" u="none" kern="1200" dirty="0" smtClean="0">
                <a:solidFill>
                  <a:srgbClr val="013168"/>
                </a:solidFill>
                <a:latin typeface="+mj-lt"/>
                <a:ea typeface="+mj-ea"/>
                <a:cs typeface="+mj-cs"/>
              </a:defRPr>
            </a:lvl1pPr>
          </a:lstStyle>
          <a:p>
            <a:pPr lvl="0"/>
            <a:r>
              <a:rPr lang="en-US" dirty="0"/>
              <a:t>Slide Main title</a:t>
            </a:r>
          </a:p>
        </p:txBody>
      </p:sp>
      <p:sp>
        <p:nvSpPr>
          <p:cNvPr id="4" name="Text Placeholder 4">
            <a:extLst>
              <a:ext uri="{FF2B5EF4-FFF2-40B4-BE49-F238E27FC236}">
                <a16:creationId xmlns:a16="http://schemas.microsoft.com/office/drawing/2014/main" id="{1B4D4D6B-821E-4CE4-F7C6-413DA55DCA86}"/>
              </a:ext>
            </a:extLst>
          </p:cNvPr>
          <p:cNvSpPr>
            <a:spLocks noGrp="1"/>
          </p:cNvSpPr>
          <p:nvPr>
            <p:ph type="body" sz="quarter" idx="12" hasCustomPrompt="1"/>
          </p:nvPr>
        </p:nvSpPr>
        <p:spPr>
          <a:xfrm>
            <a:off x="2843212" y="3245374"/>
            <a:ext cx="6505575" cy="723900"/>
          </a:xfrm>
          <a:prstGeom prst="rect">
            <a:avLst/>
          </a:prstGeom>
        </p:spPr>
        <p:txBody>
          <a:bodyPr anchor="t"/>
          <a:lstStyle>
            <a:lvl1pPr marL="0" indent="0" algn="ctr" rtl="0">
              <a:buNone/>
              <a:defRPr sz="2800" b="0">
                <a:solidFill>
                  <a:srgbClr val="86549F"/>
                </a:solidFill>
                <a:latin typeface="Eras Medium ITC" panose="020B0602030504020804" pitchFamily="34" charset="0"/>
              </a:defRPr>
            </a:lvl1pPr>
          </a:lstStyle>
          <a:p>
            <a:pPr lvl="0"/>
            <a:r>
              <a:rPr lang="en-US" dirty="0"/>
              <a:t>Slide Sub title</a:t>
            </a:r>
          </a:p>
        </p:txBody>
      </p:sp>
    </p:spTree>
    <p:extLst>
      <p:ext uri="{BB962C8B-B14F-4D97-AF65-F5344CB8AC3E}">
        <p14:creationId xmlns:p14="http://schemas.microsoft.com/office/powerpoint/2010/main" val="2123653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95DAB-A0CA-5F01-E592-305A7AE02AF0}"/>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de-DE" dirty="0"/>
          </a:p>
        </p:txBody>
      </p:sp>
      <p:sp>
        <p:nvSpPr>
          <p:cNvPr id="3" name="Subtitle 2">
            <a:extLst>
              <a:ext uri="{FF2B5EF4-FFF2-40B4-BE49-F238E27FC236}">
                <a16:creationId xmlns:a16="http://schemas.microsoft.com/office/drawing/2014/main" id="{05C4580F-EC4A-F97B-2AAF-37F1D65DB8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289BF415-A119-C487-85E9-F267CBDEEF5F}"/>
              </a:ext>
            </a:extLst>
          </p:cNvPr>
          <p:cNvSpPr>
            <a:spLocks noGrp="1"/>
          </p:cNvSpPr>
          <p:nvPr>
            <p:ph type="dt" sz="half" idx="10"/>
          </p:nvPr>
        </p:nvSpPr>
        <p:spPr/>
        <p:txBody>
          <a:bodyPr/>
          <a:lstStyle/>
          <a:p>
            <a:r>
              <a:rPr lang="en-US"/>
              <a:t>26.09.2022</a:t>
            </a:r>
            <a:endParaRPr lang="de-DE"/>
          </a:p>
        </p:txBody>
      </p:sp>
      <p:sp>
        <p:nvSpPr>
          <p:cNvPr id="5" name="Footer Placeholder 4">
            <a:extLst>
              <a:ext uri="{FF2B5EF4-FFF2-40B4-BE49-F238E27FC236}">
                <a16:creationId xmlns:a16="http://schemas.microsoft.com/office/drawing/2014/main" id="{D3E3E382-7140-9E36-5BFC-685A712FE14E}"/>
              </a:ext>
            </a:extLst>
          </p:cNvPr>
          <p:cNvSpPr>
            <a:spLocks noGrp="1"/>
          </p:cNvSpPr>
          <p:nvPr>
            <p:ph type="ftr" sz="quarter" idx="11"/>
          </p:nvPr>
        </p:nvSpPr>
        <p:spPr/>
        <p:txBody>
          <a:bodyPr/>
          <a:lstStyle/>
          <a:p>
            <a:r>
              <a:rPr lang="de-DE"/>
              <a:t>SEITech Solutions - Confidential Information</a:t>
            </a:r>
          </a:p>
        </p:txBody>
      </p:sp>
      <p:sp>
        <p:nvSpPr>
          <p:cNvPr id="6" name="Slide Number Placeholder 5">
            <a:extLst>
              <a:ext uri="{FF2B5EF4-FFF2-40B4-BE49-F238E27FC236}">
                <a16:creationId xmlns:a16="http://schemas.microsoft.com/office/drawing/2014/main" id="{40441F70-8583-1079-3714-A329862BD142}"/>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3244647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C37530-3B4B-C53D-3B4C-D83C0308ADF1}"/>
              </a:ext>
            </a:extLst>
          </p:cNvPr>
          <p:cNvSpPr>
            <a:spLocks noGrp="1"/>
          </p:cNvSpPr>
          <p:nvPr>
            <p:ph idx="1"/>
          </p:nvPr>
        </p:nvSpPr>
        <p:spPr>
          <a:xfrm>
            <a:off x="838200" y="1432880"/>
            <a:ext cx="10515600" cy="4760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1" name="Title 10">
            <a:extLst>
              <a:ext uri="{FF2B5EF4-FFF2-40B4-BE49-F238E27FC236}">
                <a16:creationId xmlns:a16="http://schemas.microsoft.com/office/drawing/2014/main" id="{7A4CFCCD-AB55-68DD-AFE9-A6C990779647}"/>
              </a:ext>
            </a:extLst>
          </p:cNvPr>
          <p:cNvSpPr>
            <a:spLocks noGrp="1"/>
          </p:cNvSpPr>
          <p:nvPr>
            <p:ph type="title"/>
          </p:nvPr>
        </p:nvSpPr>
        <p:spPr/>
        <p:txBody>
          <a:bodyPr/>
          <a:lstStyle/>
          <a:p>
            <a:r>
              <a:rPr lang="en-US"/>
              <a:t>Click to edit Master title style</a:t>
            </a:r>
          </a:p>
        </p:txBody>
      </p:sp>
      <p:sp>
        <p:nvSpPr>
          <p:cNvPr id="12" name="Date Placeholder 11">
            <a:extLst>
              <a:ext uri="{FF2B5EF4-FFF2-40B4-BE49-F238E27FC236}">
                <a16:creationId xmlns:a16="http://schemas.microsoft.com/office/drawing/2014/main" id="{2FE7486C-3D5C-512E-62FE-74C174AC0841}"/>
              </a:ext>
            </a:extLst>
          </p:cNvPr>
          <p:cNvSpPr>
            <a:spLocks noGrp="1"/>
          </p:cNvSpPr>
          <p:nvPr>
            <p:ph type="dt" sz="half" idx="10"/>
          </p:nvPr>
        </p:nvSpPr>
        <p:spPr/>
        <p:txBody>
          <a:bodyPr/>
          <a:lstStyle/>
          <a:p>
            <a:r>
              <a:rPr lang="en-US"/>
              <a:t>26.09.2022</a:t>
            </a:r>
            <a:endParaRPr lang="de-DE"/>
          </a:p>
        </p:txBody>
      </p:sp>
      <p:sp>
        <p:nvSpPr>
          <p:cNvPr id="13" name="Footer Placeholder 12">
            <a:extLst>
              <a:ext uri="{FF2B5EF4-FFF2-40B4-BE49-F238E27FC236}">
                <a16:creationId xmlns:a16="http://schemas.microsoft.com/office/drawing/2014/main" id="{A8DEC72A-6403-9A80-9E83-E93B7192EF84}"/>
              </a:ext>
            </a:extLst>
          </p:cNvPr>
          <p:cNvSpPr>
            <a:spLocks noGrp="1"/>
          </p:cNvSpPr>
          <p:nvPr>
            <p:ph type="ftr" sz="quarter" idx="11"/>
          </p:nvPr>
        </p:nvSpPr>
        <p:spPr/>
        <p:txBody>
          <a:bodyPr/>
          <a:lstStyle/>
          <a:p>
            <a:r>
              <a:rPr lang="en-US">
                <a:solidFill>
                  <a:schemeClr val="bg1">
                    <a:lumMod val="50000"/>
                  </a:schemeClr>
                </a:solidFill>
              </a:rPr>
              <a:t>SEITech Solutions - Confidential Information</a:t>
            </a:r>
          </a:p>
        </p:txBody>
      </p:sp>
      <p:sp>
        <p:nvSpPr>
          <p:cNvPr id="14" name="Slide Number Placeholder 13">
            <a:extLst>
              <a:ext uri="{FF2B5EF4-FFF2-40B4-BE49-F238E27FC236}">
                <a16:creationId xmlns:a16="http://schemas.microsoft.com/office/drawing/2014/main" id="{2F59EEFB-D72C-F1C8-293A-7CDCE2EB17C0}"/>
              </a:ext>
            </a:extLst>
          </p:cNvPr>
          <p:cNvSpPr>
            <a:spLocks noGrp="1"/>
          </p:cNvSpPr>
          <p:nvPr>
            <p:ph type="sldNum" sz="quarter" idx="12"/>
          </p:nvPr>
        </p:nvSpPr>
        <p:spPr/>
        <p:txBody>
          <a:bodyPr/>
          <a:lstStyle/>
          <a:p>
            <a:fld id="{BBF9D72B-2DE3-4987-A795-E311641A9A9D}" type="slidenum">
              <a:rPr lang="de-DE" smtClean="0"/>
              <a:pPr/>
              <a:t>‹#›</a:t>
            </a:fld>
            <a:endParaRPr lang="de-DE"/>
          </a:p>
        </p:txBody>
      </p:sp>
      <p:cxnSp>
        <p:nvCxnSpPr>
          <p:cNvPr id="15" name="Straight Connector 14">
            <a:extLst>
              <a:ext uri="{FF2B5EF4-FFF2-40B4-BE49-F238E27FC236}">
                <a16:creationId xmlns:a16="http://schemas.microsoft.com/office/drawing/2014/main" id="{AAEF27B6-032C-3A21-4300-573770648D0F}"/>
              </a:ext>
            </a:extLst>
          </p:cNvPr>
          <p:cNvCxnSpPr/>
          <p:nvPr userDrawn="1"/>
        </p:nvCxnSpPr>
        <p:spPr>
          <a:xfrm>
            <a:off x="838200" y="1284868"/>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9480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25EF9-F27C-A9A4-782E-EDDCF7398A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22AFED39-7B2E-39E0-4C69-2B83980488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3529A5-BE8E-27FC-80E3-FD58C8333C33}"/>
              </a:ext>
            </a:extLst>
          </p:cNvPr>
          <p:cNvSpPr>
            <a:spLocks noGrp="1"/>
          </p:cNvSpPr>
          <p:nvPr>
            <p:ph type="dt" sz="half" idx="10"/>
          </p:nvPr>
        </p:nvSpPr>
        <p:spPr/>
        <p:txBody>
          <a:bodyPr/>
          <a:lstStyle/>
          <a:p>
            <a:r>
              <a:rPr lang="en-US"/>
              <a:t>26.09.2022</a:t>
            </a:r>
            <a:endParaRPr lang="de-DE"/>
          </a:p>
        </p:txBody>
      </p:sp>
      <p:sp>
        <p:nvSpPr>
          <p:cNvPr id="5" name="Footer Placeholder 4">
            <a:extLst>
              <a:ext uri="{FF2B5EF4-FFF2-40B4-BE49-F238E27FC236}">
                <a16:creationId xmlns:a16="http://schemas.microsoft.com/office/drawing/2014/main" id="{C56BB96A-C473-30D8-2AC4-67D193B6FEEC}"/>
              </a:ext>
            </a:extLst>
          </p:cNvPr>
          <p:cNvSpPr>
            <a:spLocks noGrp="1"/>
          </p:cNvSpPr>
          <p:nvPr>
            <p:ph type="ftr" sz="quarter" idx="11"/>
          </p:nvPr>
        </p:nvSpPr>
        <p:spPr/>
        <p:txBody>
          <a:bodyPr/>
          <a:lstStyle/>
          <a:p>
            <a:r>
              <a:rPr lang="de-DE"/>
              <a:t>SEITech Solutions - Confidential Information</a:t>
            </a:r>
          </a:p>
        </p:txBody>
      </p:sp>
      <p:sp>
        <p:nvSpPr>
          <p:cNvPr id="6" name="Slide Number Placeholder 5">
            <a:extLst>
              <a:ext uri="{FF2B5EF4-FFF2-40B4-BE49-F238E27FC236}">
                <a16:creationId xmlns:a16="http://schemas.microsoft.com/office/drawing/2014/main" id="{21F86D9C-6552-F985-D94B-DCB6475EF333}"/>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434620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F64F5-E1CD-C6A9-4323-44A2BFC5A48B}"/>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5B0923FD-7922-87C7-BB28-8224E9F0D869}"/>
              </a:ext>
            </a:extLst>
          </p:cNvPr>
          <p:cNvSpPr>
            <a:spLocks noGrp="1"/>
          </p:cNvSpPr>
          <p:nvPr>
            <p:ph sz="half" idx="1"/>
          </p:nvPr>
        </p:nvSpPr>
        <p:spPr>
          <a:xfrm>
            <a:off x="838200" y="1587260"/>
            <a:ext cx="5181600" cy="4589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C5E80007-4C26-F957-0AFF-E7E01CCE7ED4}"/>
              </a:ext>
            </a:extLst>
          </p:cNvPr>
          <p:cNvSpPr>
            <a:spLocks noGrp="1"/>
          </p:cNvSpPr>
          <p:nvPr>
            <p:ph sz="half" idx="2"/>
          </p:nvPr>
        </p:nvSpPr>
        <p:spPr>
          <a:xfrm>
            <a:off x="6172200" y="1587260"/>
            <a:ext cx="5181600" cy="4589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2FB8C8D5-9E5F-5AB8-813C-F89E6C5B730C}"/>
              </a:ext>
            </a:extLst>
          </p:cNvPr>
          <p:cNvSpPr>
            <a:spLocks noGrp="1"/>
          </p:cNvSpPr>
          <p:nvPr>
            <p:ph type="dt" sz="half" idx="10"/>
          </p:nvPr>
        </p:nvSpPr>
        <p:spPr/>
        <p:txBody>
          <a:bodyPr/>
          <a:lstStyle/>
          <a:p>
            <a:r>
              <a:rPr lang="en-US"/>
              <a:t>26.09.2022</a:t>
            </a:r>
            <a:endParaRPr lang="de-DE"/>
          </a:p>
        </p:txBody>
      </p:sp>
      <p:sp>
        <p:nvSpPr>
          <p:cNvPr id="6" name="Footer Placeholder 5">
            <a:extLst>
              <a:ext uri="{FF2B5EF4-FFF2-40B4-BE49-F238E27FC236}">
                <a16:creationId xmlns:a16="http://schemas.microsoft.com/office/drawing/2014/main" id="{19D52649-50FE-D48D-DABB-922A82EED97A}"/>
              </a:ext>
            </a:extLst>
          </p:cNvPr>
          <p:cNvSpPr>
            <a:spLocks noGrp="1"/>
          </p:cNvSpPr>
          <p:nvPr>
            <p:ph type="ftr" sz="quarter" idx="11"/>
          </p:nvPr>
        </p:nvSpPr>
        <p:spPr/>
        <p:txBody>
          <a:bodyPr/>
          <a:lstStyle/>
          <a:p>
            <a:r>
              <a:rPr lang="de-DE"/>
              <a:t>SEITech Solutions - Confidential Information</a:t>
            </a:r>
          </a:p>
        </p:txBody>
      </p:sp>
      <p:sp>
        <p:nvSpPr>
          <p:cNvPr id="7" name="Slide Number Placeholder 6">
            <a:extLst>
              <a:ext uri="{FF2B5EF4-FFF2-40B4-BE49-F238E27FC236}">
                <a16:creationId xmlns:a16="http://schemas.microsoft.com/office/drawing/2014/main" id="{0638119E-6863-ABC7-0D6D-A326EFD2A98A}"/>
              </a:ext>
            </a:extLst>
          </p:cNvPr>
          <p:cNvSpPr>
            <a:spLocks noGrp="1"/>
          </p:cNvSpPr>
          <p:nvPr>
            <p:ph type="sldNum" sz="quarter" idx="12"/>
          </p:nvPr>
        </p:nvSpPr>
        <p:spPr/>
        <p:txBody>
          <a:bodyPr/>
          <a:lstStyle/>
          <a:p>
            <a:fld id="{BBF9D72B-2DE3-4987-A795-E311641A9A9D}" type="slidenum">
              <a:rPr lang="de-DE" smtClean="0"/>
              <a:t>‹#›</a:t>
            </a:fld>
            <a:endParaRPr lang="de-DE"/>
          </a:p>
        </p:txBody>
      </p:sp>
      <p:cxnSp>
        <p:nvCxnSpPr>
          <p:cNvPr id="9" name="Straight Connector 8">
            <a:extLst>
              <a:ext uri="{FF2B5EF4-FFF2-40B4-BE49-F238E27FC236}">
                <a16:creationId xmlns:a16="http://schemas.microsoft.com/office/drawing/2014/main" id="{1EFEC621-3D85-2355-C913-AB2D2811D686}"/>
              </a:ext>
            </a:extLst>
          </p:cNvPr>
          <p:cNvCxnSpPr/>
          <p:nvPr userDrawn="1"/>
        </p:nvCxnSpPr>
        <p:spPr>
          <a:xfrm>
            <a:off x="838200" y="1190600"/>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1459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C1905-C0A4-E064-FE0E-ECA46A9F9460}"/>
              </a:ext>
            </a:extLst>
          </p:cNvPr>
          <p:cNvSpPr>
            <a:spLocks noGrp="1"/>
          </p:cNvSpPr>
          <p:nvPr>
            <p:ph type="title"/>
          </p:nvPr>
        </p:nvSpPr>
        <p:spPr>
          <a:xfrm>
            <a:off x="839788" y="365126"/>
            <a:ext cx="10515600" cy="747680"/>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0F7BA8A4-AF14-05D0-A89C-55E209ACF865}"/>
              </a:ext>
            </a:extLst>
          </p:cNvPr>
          <p:cNvSpPr>
            <a:spLocks noGrp="1"/>
          </p:cNvSpPr>
          <p:nvPr>
            <p:ph type="body" idx="1"/>
          </p:nvPr>
        </p:nvSpPr>
        <p:spPr>
          <a:xfrm>
            <a:off x="839788" y="1399187"/>
            <a:ext cx="5157787" cy="11058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354008-C10C-2198-C159-917B57BBBCE9}"/>
              </a:ext>
            </a:extLst>
          </p:cNvPr>
          <p:cNvSpPr>
            <a:spLocks noGrp="1"/>
          </p:cNvSpPr>
          <p:nvPr>
            <p:ph sz="half" idx="2"/>
          </p:nvPr>
        </p:nvSpPr>
        <p:spPr>
          <a:xfrm>
            <a:off x="839788" y="2505075"/>
            <a:ext cx="5157787" cy="3843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771A855B-E5DA-CF31-F2DB-4F9637279D41}"/>
              </a:ext>
            </a:extLst>
          </p:cNvPr>
          <p:cNvSpPr>
            <a:spLocks noGrp="1"/>
          </p:cNvSpPr>
          <p:nvPr>
            <p:ph type="body" sz="quarter" idx="3"/>
          </p:nvPr>
        </p:nvSpPr>
        <p:spPr>
          <a:xfrm>
            <a:off x="6172200" y="1399187"/>
            <a:ext cx="5183188" cy="11058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7B268-D14E-153F-CC31-FC001B12B406}"/>
              </a:ext>
            </a:extLst>
          </p:cNvPr>
          <p:cNvSpPr>
            <a:spLocks noGrp="1"/>
          </p:cNvSpPr>
          <p:nvPr>
            <p:ph sz="quarter" idx="4"/>
          </p:nvPr>
        </p:nvSpPr>
        <p:spPr>
          <a:xfrm>
            <a:off x="6172200" y="2505075"/>
            <a:ext cx="5183188" cy="3843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B7BD7D01-4A54-30FF-64CA-37581A8E6FF2}"/>
              </a:ext>
            </a:extLst>
          </p:cNvPr>
          <p:cNvSpPr>
            <a:spLocks noGrp="1"/>
          </p:cNvSpPr>
          <p:nvPr>
            <p:ph type="dt" sz="half" idx="10"/>
          </p:nvPr>
        </p:nvSpPr>
        <p:spPr/>
        <p:txBody>
          <a:bodyPr/>
          <a:lstStyle/>
          <a:p>
            <a:r>
              <a:rPr lang="en-US"/>
              <a:t>26.09.2022</a:t>
            </a:r>
            <a:endParaRPr lang="de-DE"/>
          </a:p>
        </p:txBody>
      </p:sp>
      <p:sp>
        <p:nvSpPr>
          <p:cNvPr id="8" name="Footer Placeholder 7">
            <a:extLst>
              <a:ext uri="{FF2B5EF4-FFF2-40B4-BE49-F238E27FC236}">
                <a16:creationId xmlns:a16="http://schemas.microsoft.com/office/drawing/2014/main" id="{811A71D1-1310-C9D6-6DD1-62BFE448696C}"/>
              </a:ext>
            </a:extLst>
          </p:cNvPr>
          <p:cNvSpPr>
            <a:spLocks noGrp="1"/>
          </p:cNvSpPr>
          <p:nvPr>
            <p:ph type="ftr" sz="quarter" idx="11"/>
          </p:nvPr>
        </p:nvSpPr>
        <p:spPr/>
        <p:txBody>
          <a:bodyPr/>
          <a:lstStyle/>
          <a:p>
            <a:r>
              <a:rPr lang="de-DE"/>
              <a:t>SEITech Solutions - Confidential Information</a:t>
            </a:r>
          </a:p>
        </p:txBody>
      </p:sp>
      <p:sp>
        <p:nvSpPr>
          <p:cNvPr id="9" name="Slide Number Placeholder 8">
            <a:extLst>
              <a:ext uri="{FF2B5EF4-FFF2-40B4-BE49-F238E27FC236}">
                <a16:creationId xmlns:a16="http://schemas.microsoft.com/office/drawing/2014/main" id="{221743FA-AC66-610E-5640-824D8DFA7A9B}"/>
              </a:ext>
            </a:extLst>
          </p:cNvPr>
          <p:cNvSpPr>
            <a:spLocks noGrp="1"/>
          </p:cNvSpPr>
          <p:nvPr>
            <p:ph type="sldNum" sz="quarter" idx="12"/>
          </p:nvPr>
        </p:nvSpPr>
        <p:spPr/>
        <p:txBody>
          <a:bodyPr/>
          <a:lstStyle/>
          <a:p>
            <a:fld id="{BBF9D72B-2DE3-4987-A795-E311641A9A9D}" type="slidenum">
              <a:rPr lang="de-DE" smtClean="0"/>
              <a:t>‹#›</a:t>
            </a:fld>
            <a:endParaRPr lang="de-DE"/>
          </a:p>
        </p:txBody>
      </p:sp>
      <p:cxnSp>
        <p:nvCxnSpPr>
          <p:cNvPr id="11" name="Straight Connector 10">
            <a:extLst>
              <a:ext uri="{FF2B5EF4-FFF2-40B4-BE49-F238E27FC236}">
                <a16:creationId xmlns:a16="http://schemas.microsoft.com/office/drawing/2014/main" id="{53B71AAF-4A82-DB7E-6108-2AF9923C6071}"/>
              </a:ext>
            </a:extLst>
          </p:cNvPr>
          <p:cNvCxnSpPr/>
          <p:nvPr userDrawn="1"/>
        </p:nvCxnSpPr>
        <p:spPr>
          <a:xfrm>
            <a:off x="838200" y="1190600"/>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068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514EB-9A94-85FA-C63B-806AC385C197}"/>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9F7F4B8F-D1C5-8ECE-81D3-C972AE5AB30D}"/>
              </a:ext>
            </a:extLst>
          </p:cNvPr>
          <p:cNvSpPr>
            <a:spLocks noGrp="1"/>
          </p:cNvSpPr>
          <p:nvPr>
            <p:ph type="dt" sz="half" idx="10"/>
          </p:nvPr>
        </p:nvSpPr>
        <p:spPr/>
        <p:txBody>
          <a:bodyPr/>
          <a:lstStyle/>
          <a:p>
            <a:r>
              <a:rPr lang="en-US"/>
              <a:t>26.09.2022</a:t>
            </a:r>
            <a:endParaRPr lang="de-DE"/>
          </a:p>
        </p:txBody>
      </p:sp>
      <p:sp>
        <p:nvSpPr>
          <p:cNvPr id="4" name="Footer Placeholder 3">
            <a:extLst>
              <a:ext uri="{FF2B5EF4-FFF2-40B4-BE49-F238E27FC236}">
                <a16:creationId xmlns:a16="http://schemas.microsoft.com/office/drawing/2014/main" id="{EA0E9901-5C3A-C64D-25CD-6449BB64950A}"/>
              </a:ext>
            </a:extLst>
          </p:cNvPr>
          <p:cNvSpPr>
            <a:spLocks noGrp="1"/>
          </p:cNvSpPr>
          <p:nvPr>
            <p:ph type="ftr" sz="quarter" idx="11"/>
          </p:nvPr>
        </p:nvSpPr>
        <p:spPr/>
        <p:txBody>
          <a:bodyPr/>
          <a:lstStyle/>
          <a:p>
            <a:r>
              <a:rPr lang="de-DE"/>
              <a:t>SEITech Solutions - Confidential Information</a:t>
            </a:r>
          </a:p>
        </p:txBody>
      </p:sp>
      <p:sp>
        <p:nvSpPr>
          <p:cNvPr id="5" name="Slide Number Placeholder 4">
            <a:extLst>
              <a:ext uri="{FF2B5EF4-FFF2-40B4-BE49-F238E27FC236}">
                <a16:creationId xmlns:a16="http://schemas.microsoft.com/office/drawing/2014/main" id="{4C4CF16F-8E22-83D7-0105-119657931574}"/>
              </a:ext>
            </a:extLst>
          </p:cNvPr>
          <p:cNvSpPr>
            <a:spLocks noGrp="1"/>
          </p:cNvSpPr>
          <p:nvPr>
            <p:ph type="sldNum" sz="quarter" idx="12"/>
          </p:nvPr>
        </p:nvSpPr>
        <p:spPr/>
        <p:txBody>
          <a:bodyPr/>
          <a:lstStyle/>
          <a:p>
            <a:fld id="{BBF9D72B-2DE3-4987-A795-E311641A9A9D}" type="slidenum">
              <a:rPr lang="de-DE" smtClean="0"/>
              <a:t>‹#›</a:t>
            </a:fld>
            <a:endParaRPr lang="de-DE"/>
          </a:p>
        </p:txBody>
      </p:sp>
      <p:cxnSp>
        <p:nvCxnSpPr>
          <p:cNvPr id="7" name="Straight Connector 6">
            <a:extLst>
              <a:ext uri="{FF2B5EF4-FFF2-40B4-BE49-F238E27FC236}">
                <a16:creationId xmlns:a16="http://schemas.microsoft.com/office/drawing/2014/main" id="{1A16CBA4-7258-1AE2-EE21-25F176ECCEF0}"/>
              </a:ext>
            </a:extLst>
          </p:cNvPr>
          <p:cNvCxnSpPr/>
          <p:nvPr userDrawn="1"/>
        </p:nvCxnSpPr>
        <p:spPr>
          <a:xfrm>
            <a:off x="838200" y="1190600"/>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511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DDE3F4-9A8D-1950-A59A-93F5CF81737C}"/>
              </a:ext>
            </a:extLst>
          </p:cNvPr>
          <p:cNvSpPr>
            <a:spLocks noGrp="1"/>
          </p:cNvSpPr>
          <p:nvPr>
            <p:ph type="dt" sz="half" idx="10"/>
          </p:nvPr>
        </p:nvSpPr>
        <p:spPr/>
        <p:txBody>
          <a:bodyPr/>
          <a:lstStyle/>
          <a:p>
            <a:r>
              <a:rPr lang="en-US"/>
              <a:t>26.09.2022</a:t>
            </a:r>
            <a:endParaRPr lang="de-DE"/>
          </a:p>
        </p:txBody>
      </p:sp>
      <p:sp>
        <p:nvSpPr>
          <p:cNvPr id="3" name="Footer Placeholder 2">
            <a:extLst>
              <a:ext uri="{FF2B5EF4-FFF2-40B4-BE49-F238E27FC236}">
                <a16:creationId xmlns:a16="http://schemas.microsoft.com/office/drawing/2014/main" id="{D2B9FE0D-BF13-9011-6B91-3DB983A11218}"/>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CA2A1677-2376-A458-DD95-20F928593344}"/>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1036583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5CE4B-3BE9-D2C5-7367-9BD2BB4E7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753E9C77-F410-F254-EBAD-138B3545E8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210BF76F-DAFB-4398-3CA3-0B006842D1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625110-E2F8-E6F5-89CB-A439BCB1F3B2}"/>
              </a:ext>
            </a:extLst>
          </p:cNvPr>
          <p:cNvSpPr>
            <a:spLocks noGrp="1"/>
          </p:cNvSpPr>
          <p:nvPr>
            <p:ph type="dt" sz="half" idx="10"/>
          </p:nvPr>
        </p:nvSpPr>
        <p:spPr/>
        <p:txBody>
          <a:bodyPr/>
          <a:lstStyle/>
          <a:p>
            <a:r>
              <a:rPr lang="en-US"/>
              <a:t>26.09.2022</a:t>
            </a:r>
            <a:endParaRPr lang="de-DE"/>
          </a:p>
        </p:txBody>
      </p:sp>
      <p:sp>
        <p:nvSpPr>
          <p:cNvPr id="6" name="Footer Placeholder 5">
            <a:extLst>
              <a:ext uri="{FF2B5EF4-FFF2-40B4-BE49-F238E27FC236}">
                <a16:creationId xmlns:a16="http://schemas.microsoft.com/office/drawing/2014/main" id="{CACB0043-2C28-4518-2512-B3A7602B1DF4}"/>
              </a:ext>
            </a:extLst>
          </p:cNvPr>
          <p:cNvSpPr>
            <a:spLocks noGrp="1"/>
          </p:cNvSpPr>
          <p:nvPr>
            <p:ph type="ftr" sz="quarter" idx="11"/>
          </p:nvPr>
        </p:nvSpPr>
        <p:spPr/>
        <p:txBody>
          <a:bodyPr/>
          <a:lstStyle/>
          <a:p>
            <a:r>
              <a:rPr lang="de-DE"/>
              <a:t>SEITech Solutions - Confidential Information</a:t>
            </a:r>
          </a:p>
        </p:txBody>
      </p:sp>
      <p:sp>
        <p:nvSpPr>
          <p:cNvPr id="7" name="Slide Number Placeholder 6">
            <a:extLst>
              <a:ext uri="{FF2B5EF4-FFF2-40B4-BE49-F238E27FC236}">
                <a16:creationId xmlns:a16="http://schemas.microsoft.com/office/drawing/2014/main" id="{0F625F64-1D15-AB59-35B0-5282469D72A9}"/>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2820143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275A-B1B1-C7F9-EF77-39D48704E0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F518E794-C95F-8761-D447-6C0788930E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F53015C0-AD07-6DDF-5D6F-4FE6101AB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0B063E-DC0A-424B-15EC-03E9D097BE21}"/>
              </a:ext>
            </a:extLst>
          </p:cNvPr>
          <p:cNvSpPr>
            <a:spLocks noGrp="1"/>
          </p:cNvSpPr>
          <p:nvPr>
            <p:ph type="dt" sz="half" idx="10"/>
          </p:nvPr>
        </p:nvSpPr>
        <p:spPr/>
        <p:txBody>
          <a:bodyPr/>
          <a:lstStyle/>
          <a:p>
            <a:r>
              <a:rPr lang="en-US"/>
              <a:t>26.09.2022</a:t>
            </a:r>
            <a:endParaRPr lang="de-DE"/>
          </a:p>
        </p:txBody>
      </p:sp>
      <p:sp>
        <p:nvSpPr>
          <p:cNvPr id="6" name="Footer Placeholder 5">
            <a:extLst>
              <a:ext uri="{FF2B5EF4-FFF2-40B4-BE49-F238E27FC236}">
                <a16:creationId xmlns:a16="http://schemas.microsoft.com/office/drawing/2014/main" id="{E99E1FA1-1C0B-B542-8431-4F4B3E6BB4E8}"/>
              </a:ext>
            </a:extLst>
          </p:cNvPr>
          <p:cNvSpPr>
            <a:spLocks noGrp="1"/>
          </p:cNvSpPr>
          <p:nvPr>
            <p:ph type="ftr" sz="quarter" idx="11"/>
          </p:nvPr>
        </p:nvSpPr>
        <p:spPr/>
        <p:txBody>
          <a:bodyPr/>
          <a:lstStyle/>
          <a:p>
            <a:r>
              <a:rPr lang="de-DE"/>
              <a:t>SEITech Solutions - Confidential Information</a:t>
            </a:r>
          </a:p>
        </p:txBody>
      </p:sp>
      <p:sp>
        <p:nvSpPr>
          <p:cNvPr id="7" name="Slide Number Placeholder 6">
            <a:extLst>
              <a:ext uri="{FF2B5EF4-FFF2-40B4-BE49-F238E27FC236}">
                <a16:creationId xmlns:a16="http://schemas.microsoft.com/office/drawing/2014/main" id="{106B6993-AC3E-FAF0-20B1-6286FBD5ABC4}"/>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1606936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F0FEB-7074-56CD-BBFF-AB7C9DE0CEB0}"/>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72BE0060-2F63-3BA2-CB77-EC2B323849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9CB581CE-8157-D785-5A7D-74DC1B7A9D73}"/>
              </a:ext>
            </a:extLst>
          </p:cNvPr>
          <p:cNvSpPr>
            <a:spLocks noGrp="1"/>
          </p:cNvSpPr>
          <p:nvPr>
            <p:ph type="dt" sz="half" idx="10"/>
          </p:nvPr>
        </p:nvSpPr>
        <p:spPr/>
        <p:txBody>
          <a:bodyPr/>
          <a:lstStyle/>
          <a:p>
            <a:r>
              <a:rPr lang="en-US"/>
              <a:t>26.09.2022</a:t>
            </a:r>
            <a:endParaRPr lang="de-DE"/>
          </a:p>
        </p:txBody>
      </p:sp>
      <p:sp>
        <p:nvSpPr>
          <p:cNvPr id="5" name="Footer Placeholder 4">
            <a:extLst>
              <a:ext uri="{FF2B5EF4-FFF2-40B4-BE49-F238E27FC236}">
                <a16:creationId xmlns:a16="http://schemas.microsoft.com/office/drawing/2014/main" id="{09054F94-642E-902F-F509-228B83C54BFF}"/>
              </a:ext>
            </a:extLst>
          </p:cNvPr>
          <p:cNvSpPr>
            <a:spLocks noGrp="1"/>
          </p:cNvSpPr>
          <p:nvPr>
            <p:ph type="ftr" sz="quarter" idx="11"/>
          </p:nvPr>
        </p:nvSpPr>
        <p:spPr/>
        <p:txBody>
          <a:bodyPr/>
          <a:lstStyle/>
          <a:p>
            <a:r>
              <a:rPr lang="de-DE"/>
              <a:t>SEITech Solutions - Confidential Information</a:t>
            </a:r>
          </a:p>
        </p:txBody>
      </p:sp>
      <p:sp>
        <p:nvSpPr>
          <p:cNvPr id="6" name="Slide Number Placeholder 5">
            <a:extLst>
              <a:ext uri="{FF2B5EF4-FFF2-40B4-BE49-F238E27FC236}">
                <a16:creationId xmlns:a16="http://schemas.microsoft.com/office/drawing/2014/main" id="{FFE744FE-8EB3-D2DF-A848-F6588DBA1CFB}"/>
              </a:ext>
            </a:extLst>
          </p:cNvPr>
          <p:cNvSpPr>
            <a:spLocks noGrp="1"/>
          </p:cNvSpPr>
          <p:nvPr>
            <p:ph type="sldNum" sz="quarter" idx="12"/>
          </p:nvPr>
        </p:nvSpPr>
        <p:spPr/>
        <p:txBody>
          <a:bodyPr/>
          <a:lstStyle/>
          <a:p>
            <a:fld id="{BBF9D72B-2DE3-4987-A795-E311641A9A9D}" type="slidenum">
              <a:rPr lang="de-DE" smtClean="0"/>
              <a:t>‹#›</a:t>
            </a:fld>
            <a:endParaRPr lang="de-DE"/>
          </a:p>
        </p:txBody>
      </p:sp>
      <p:cxnSp>
        <p:nvCxnSpPr>
          <p:cNvPr id="8" name="Straight Connector 7">
            <a:extLst>
              <a:ext uri="{FF2B5EF4-FFF2-40B4-BE49-F238E27FC236}">
                <a16:creationId xmlns:a16="http://schemas.microsoft.com/office/drawing/2014/main" id="{6AD7FBE9-A9B8-A5CB-4CC0-6423B93C0F1B}"/>
              </a:ext>
            </a:extLst>
          </p:cNvPr>
          <p:cNvCxnSpPr/>
          <p:nvPr userDrawn="1"/>
        </p:nvCxnSpPr>
        <p:spPr>
          <a:xfrm>
            <a:off x="838200" y="1190600"/>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7539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876672-456C-0D65-6275-E7F11B2D36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FE3871A8-2BAC-6C4C-A590-78CD8E66B0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68BB8325-15F2-65AD-841A-81F980766B1B}"/>
              </a:ext>
            </a:extLst>
          </p:cNvPr>
          <p:cNvSpPr>
            <a:spLocks noGrp="1"/>
          </p:cNvSpPr>
          <p:nvPr>
            <p:ph type="dt" sz="half" idx="10"/>
          </p:nvPr>
        </p:nvSpPr>
        <p:spPr/>
        <p:txBody>
          <a:bodyPr/>
          <a:lstStyle/>
          <a:p>
            <a:r>
              <a:rPr lang="en-US"/>
              <a:t>26.09.2022</a:t>
            </a:r>
            <a:endParaRPr lang="de-DE"/>
          </a:p>
        </p:txBody>
      </p:sp>
      <p:sp>
        <p:nvSpPr>
          <p:cNvPr id="5" name="Footer Placeholder 4">
            <a:extLst>
              <a:ext uri="{FF2B5EF4-FFF2-40B4-BE49-F238E27FC236}">
                <a16:creationId xmlns:a16="http://schemas.microsoft.com/office/drawing/2014/main" id="{553BEEF0-6701-F3D5-0A3D-806065A9B036}"/>
              </a:ext>
            </a:extLst>
          </p:cNvPr>
          <p:cNvSpPr>
            <a:spLocks noGrp="1"/>
          </p:cNvSpPr>
          <p:nvPr>
            <p:ph type="ftr" sz="quarter" idx="11"/>
          </p:nvPr>
        </p:nvSpPr>
        <p:spPr/>
        <p:txBody>
          <a:bodyPr/>
          <a:lstStyle/>
          <a:p>
            <a:r>
              <a:rPr lang="de-DE"/>
              <a:t>SEITech Solutions - Confidential Information</a:t>
            </a:r>
          </a:p>
        </p:txBody>
      </p:sp>
      <p:sp>
        <p:nvSpPr>
          <p:cNvPr id="6" name="Slide Number Placeholder 5">
            <a:extLst>
              <a:ext uri="{FF2B5EF4-FFF2-40B4-BE49-F238E27FC236}">
                <a16:creationId xmlns:a16="http://schemas.microsoft.com/office/drawing/2014/main" id="{1BF542BE-EAF4-BE1C-BC35-1DA5217C0DCC}"/>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2218800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95DAB-A0CA-5F01-E592-305A7AE02AF0}"/>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de-DE" dirty="0"/>
          </a:p>
        </p:txBody>
      </p:sp>
      <p:sp>
        <p:nvSpPr>
          <p:cNvPr id="3" name="Subtitle 2">
            <a:extLst>
              <a:ext uri="{FF2B5EF4-FFF2-40B4-BE49-F238E27FC236}">
                <a16:creationId xmlns:a16="http://schemas.microsoft.com/office/drawing/2014/main" id="{05C4580F-EC4A-F97B-2AAF-37F1D65DB8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289BF415-A119-C487-85E9-F267CBDEEF5F}"/>
              </a:ext>
            </a:extLst>
          </p:cNvPr>
          <p:cNvSpPr>
            <a:spLocks noGrp="1"/>
          </p:cNvSpPr>
          <p:nvPr>
            <p:ph type="dt" sz="half" idx="10"/>
          </p:nvPr>
        </p:nvSpPr>
        <p:spPr/>
        <p:txBody>
          <a:bodyPr/>
          <a:lstStyle/>
          <a:p>
            <a:r>
              <a:rPr lang="en-US"/>
              <a:t>26.09.2022</a:t>
            </a:r>
            <a:endParaRPr lang="de-DE"/>
          </a:p>
        </p:txBody>
      </p:sp>
      <p:sp>
        <p:nvSpPr>
          <p:cNvPr id="5" name="Footer Placeholder 4">
            <a:extLst>
              <a:ext uri="{FF2B5EF4-FFF2-40B4-BE49-F238E27FC236}">
                <a16:creationId xmlns:a16="http://schemas.microsoft.com/office/drawing/2014/main" id="{D3E3E382-7140-9E36-5BFC-685A712FE14E}"/>
              </a:ext>
            </a:extLst>
          </p:cNvPr>
          <p:cNvSpPr>
            <a:spLocks noGrp="1"/>
          </p:cNvSpPr>
          <p:nvPr>
            <p:ph type="ftr" sz="quarter" idx="11"/>
          </p:nvPr>
        </p:nvSpPr>
        <p:spPr/>
        <p:txBody>
          <a:bodyPr/>
          <a:lstStyle/>
          <a:p>
            <a:r>
              <a:rPr lang="de-DE"/>
              <a:t>SEITech Solutions - Confidential Information</a:t>
            </a:r>
          </a:p>
        </p:txBody>
      </p:sp>
      <p:sp>
        <p:nvSpPr>
          <p:cNvPr id="6" name="Slide Number Placeholder 5">
            <a:extLst>
              <a:ext uri="{FF2B5EF4-FFF2-40B4-BE49-F238E27FC236}">
                <a16:creationId xmlns:a16="http://schemas.microsoft.com/office/drawing/2014/main" id="{40441F70-8583-1079-3714-A329862BD142}"/>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387693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C37530-3B4B-C53D-3B4C-D83C0308ADF1}"/>
              </a:ext>
            </a:extLst>
          </p:cNvPr>
          <p:cNvSpPr>
            <a:spLocks noGrp="1"/>
          </p:cNvSpPr>
          <p:nvPr>
            <p:ph idx="1"/>
          </p:nvPr>
        </p:nvSpPr>
        <p:spPr>
          <a:xfrm>
            <a:off x="838200" y="1492370"/>
            <a:ext cx="10515600" cy="47013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1" name="Title 10">
            <a:extLst>
              <a:ext uri="{FF2B5EF4-FFF2-40B4-BE49-F238E27FC236}">
                <a16:creationId xmlns:a16="http://schemas.microsoft.com/office/drawing/2014/main" id="{7A4CFCCD-AB55-68DD-AFE9-A6C990779647}"/>
              </a:ext>
            </a:extLst>
          </p:cNvPr>
          <p:cNvSpPr>
            <a:spLocks noGrp="1"/>
          </p:cNvSpPr>
          <p:nvPr>
            <p:ph type="title"/>
          </p:nvPr>
        </p:nvSpPr>
        <p:spPr/>
        <p:txBody>
          <a:bodyPr/>
          <a:lstStyle/>
          <a:p>
            <a:r>
              <a:rPr lang="en-US"/>
              <a:t>Click to edit Master title style</a:t>
            </a:r>
          </a:p>
        </p:txBody>
      </p:sp>
      <p:sp>
        <p:nvSpPr>
          <p:cNvPr id="12" name="Date Placeholder 11">
            <a:extLst>
              <a:ext uri="{FF2B5EF4-FFF2-40B4-BE49-F238E27FC236}">
                <a16:creationId xmlns:a16="http://schemas.microsoft.com/office/drawing/2014/main" id="{2FE7486C-3D5C-512E-62FE-74C174AC0841}"/>
              </a:ext>
            </a:extLst>
          </p:cNvPr>
          <p:cNvSpPr>
            <a:spLocks noGrp="1"/>
          </p:cNvSpPr>
          <p:nvPr>
            <p:ph type="dt" sz="half" idx="10"/>
          </p:nvPr>
        </p:nvSpPr>
        <p:spPr/>
        <p:txBody>
          <a:bodyPr/>
          <a:lstStyle/>
          <a:p>
            <a:r>
              <a:rPr lang="en-US"/>
              <a:t>26.09.2022</a:t>
            </a:r>
            <a:endParaRPr lang="de-DE"/>
          </a:p>
        </p:txBody>
      </p:sp>
      <p:sp>
        <p:nvSpPr>
          <p:cNvPr id="13" name="Footer Placeholder 12">
            <a:extLst>
              <a:ext uri="{FF2B5EF4-FFF2-40B4-BE49-F238E27FC236}">
                <a16:creationId xmlns:a16="http://schemas.microsoft.com/office/drawing/2014/main" id="{A8DEC72A-6403-9A80-9E83-E93B7192EF84}"/>
              </a:ext>
            </a:extLst>
          </p:cNvPr>
          <p:cNvSpPr>
            <a:spLocks noGrp="1"/>
          </p:cNvSpPr>
          <p:nvPr>
            <p:ph type="ftr" sz="quarter" idx="11"/>
          </p:nvPr>
        </p:nvSpPr>
        <p:spPr/>
        <p:txBody>
          <a:bodyPr/>
          <a:lstStyle/>
          <a:p>
            <a:r>
              <a:rPr lang="en-US">
                <a:solidFill>
                  <a:schemeClr val="bg1">
                    <a:lumMod val="50000"/>
                  </a:schemeClr>
                </a:solidFill>
              </a:rPr>
              <a:t>SEITech Solutions - Confidential Information</a:t>
            </a:r>
          </a:p>
        </p:txBody>
      </p:sp>
      <p:sp>
        <p:nvSpPr>
          <p:cNvPr id="14" name="Slide Number Placeholder 13">
            <a:extLst>
              <a:ext uri="{FF2B5EF4-FFF2-40B4-BE49-F238E27FC236}">
                <a16:creationId xmlns:a16="http://schemas.microsoft.com/office/drawing/2014/main" id="{2F59EEFB-D72C-F1C8-293A-7CDCE2EB17C0}"/>
              </a:ext>
            </a:extLst>
          </p:cNvPr>
          <p:cNvSpPr>
            <a:spLocks noGrp="1"/>
          </p:cNvSpPr>
          <p:nvPr>
            <p:ph type="sldNum" sz="quarter" idx="12"/>
          </p:nvPr>
        </p:nvSpPr>
        <p:spPr/>
        <p:txBody>
          <a:bodyPr/>
          <a:lstStyle/>
          <a:p>
            <a:fld id="{BBF9D72B-2DE3-4987-A795-E311641A9A9D}" type="slidenum">
              <a:rPr lang="de-DE" smtClean="0"/>
              <a:pPr/>
              <a:t>‹#›</a:t>
            </a:fld>
            <a:endParaRPr lang="de-DE"/>
          </a:p>
        </p:txBody>
      </p:sp>
      <p:cxnSp>
        <p:nvCxnSpPr>
          <p:cNvPr id="15" name="Straight Connector 14">
            <a:extLst>
              <a:ext uri="{FF2B5EF4-FFF2-40B4-BE49-F238E27FC236}">
                <a16:creationId xmlns:a16="http://schemas.microsoft.com/office/drawing/2014/main" id="{AAEF27B6-032C-3A21-4300-573770648D0F}"/>
              </a:ext>
            </a:extLst>
          </p:cNvPr>
          <p:cNvCxnSpPr/>
          <p:nvPr userDrawn="1"/>
        </p:nvCxnSpPr>
        <p:spPr>
          <a:xfrm>
            <a:off x="838200" y="1190600"/>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031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25EF9-F27C-A9A4-782E-EDDCF7398AE2}"/>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de-DE" dirty="0"/>
          </a:p>
        </p:txBody>
      </p:sp>
      <p:sp>
        <p:nvSpPr>
          <p:cNvPr id="3" name="Text Placeholder 2">
            <a:extLst>
              <a:ext uri="{FF2B5EF4-FFF2-40B4-BE49-F238E27FC236}">
                <a16:creationId xmlns:a16="http://schemas.microsoft.com/office/drawing/2014/main" id="{22AFED39-7B2E-39E0-4C69-2B83980488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3529A5-BE8E-27FC-80E3-FD58C8333C33}"/>
              </a:ext>
            </a:extLst>
          </p:cNvPr>
          <p:cNvSpPr>
            <a:spLocks noGrp="1"/>
          </p:cNvSpPr>
          <p:nvPr>
            <p:ph type="dt" sz="half" idx="10"/>
          </p:nvPr>
        </p:nvSpPr>
        <p:spPr/>
        <p:txBody>
          <a:bodyPr/>
          <a:lstStyle/>
          <a:p>
            <a:r>
              <a:rPr lang="en-US"/>
              <a:t>26.09.2022</a:t>
            </a:r>
            <a:endParaRPr lang="de-DE"/>
          </a:p>
        </p:txBody>
      </p:sp>
      <p:sp>
        <p:nvSpPr>
          <p:cNvPr id="5" name="Footer Placeholder 4">
            <a:extLst>
              <a:ext uri="{FF2B5EF4-FFF2-40B4-BE49-F238E27FC236}">
                <a16:creationId xmlns:a16="http://schemas.microsoft.com/office/drawing/2014/main" id="{C56BB96A-C473-30D8-2AC4-67D193B6FEEC}"/>
              </a:ext>
            </a:extLst>
          </p:cNvPr>
          <p:cNvSpPr>
            <a:spLocks noGrp="1"/>
          </p:cNvSpPr>
          <p:nvPr>
            <p:ph type="ftr" sz="quarter" idx="11"/>
          </p:nvPr>
        </p:nvSpPr>
        <p:spPr/>
        <p:txBody>
          <a:bodyPr/>
          <a:lstStyle/>
          <a:p>
            <a:r>
              <a:rPr lang="de-DE"/>
              <a:t>SEITech Solutions - Confidential Information</a:t>
            </a:r>
          </a:p>
        </p:txBody>
      </p:sp>
      <p:sp>
        <p:nvSpPr>
          <p:cNvPr id="6" name="Slide Number Placeholder 5">
            <a:extLst>
              <a:ext uri="{FF2B5EF4-FFF2-40B4-BE49-F238E27FC236}">
                <a16:creationId xmlns:a16="http://schemas.microsoft.com/office/drawing/2014/main" id="{21F86D9C-6552-F985-D94B-DCB6475EF333}"/>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3887010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F64F5-E1CD-C6A9-4323-44A2BFC5A48B}"/>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5B0923FD-7922-87C7-BB28-8224E9F0D869}"/>
              </a:ext>
            </a:extLst>
          </p:cNvPr>
          <p:cNvSpPr>
            <a:spLocks noGrp="1"/>
          </p:cNvSpPr>
          <p:nvPr>
            <p:ph sz="half" idx="1"/>
          </p:nvPr>
        </p:nvSpPr>
        <p:spPr>
          <a:xfrm>
            <a:off x="838200" y="1587260"/>
            <a:ext cx="5181600" cy="4589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C5E80007-4C26-F957-0AFF-E7E01CCE7ED4}"/>
              </a:ext>
            </a:extLst>
          </p:cNvPr>
          <p:cNvSpPr>
            <a:spLocks noGrp="1"/>
          </p:cNvSpPr>
          <p:nvPr>
            <p:ph sz="half" idx="2"/>
          </p:nvPr>
        </p:nvSpPr>
        <p:spPr>
          <a:xfrm>
            <a:off x="6172200" y="1587260"/>
            <a:ext cx="5181600" cy="4589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2FB8C8D5-9E5F-5AB8-813C-F89E6C5B730C}"/>
              </a:ext>
            </a:extLst>
          </p:cNvPr>
          <p:cNvSpPr>
            <a:spLocks noGrp="1"/>
          </p:cNvSpPr>
          <p:nvPr>
            <p:ph type="dt" sz="half" idx="10"/>
          </p:nvPr>
        </p:nvSpPr>
        <p:spPr/>
        <p:txBody>
          <a:bodyPr/>
          <a:lstStyle/>
          <a:p>
            <a:r>
              <a:rPr lang="en-US"/>
              <a:t>26.09.2022</a:t>
            </a:r>
            <a:endParaRPr lang="de-DE"/>
          </a:p>
        </p:txBody>
      </p:sp>
      <p:sp>
        <p:nvSpPr>
          <p:cNvPr id="6" name="Footer Placeholder 5">
            <a:extLst>
              <a:ext uri="{FF2B5EF4-FFF2-40B4-BE49-F238E27FC236}">
                <a16:creationId xmlns:a16="http://schemas.microsoft.com/office/drawing/2014/main" id="{19D52649-50FE-D48D-DABB-922A82EED97A}"/>
              </a:ext>
            </a:extLst>
          </p:cNvPr>
          <p:cNvSpPr>
            <a:spLocks noGrp="1"/>
          </p:cNvSpPr>
          <p:nvPr>
            <p:ph type="ftr" sz="quarter" idx="11"/>
          </p:nvPr>
        </p:nvSpPr>
        <p:spPr/>
        <p:txBody>
          <a:bodyPr/>
          <a:lstStyle/>
          <a:p>
            <a:r>
              <a:rPr lang="de-DE"/>
              <a:t>SEITech Solutions - Confidential Information</a:t>
            </a:r>
          </a:p>
        </p:txBody>
      </p:sp>
      <p:sp>
        <p:nvSpPr>
          <p:cNvPr id="7" name="Slide Number Placeholder 6">
            <a:extLst>
              <a:ext uri="{FF2B5EF4-FFF2-40B4-BE49-F238E27FC236}">
                <a16:creationId xmlns:a16="http://schemas.microsoft.com/office/drawing/2014/main" id="{0638119E-6863-ABC7-0D6D-A326EFD2A98A}"/>
              </a:ext>
            </a:extLst>
          </p:cNvPr>
          <p:cNvSpPr>
            <a:spLocks noGrp="1"/>
          </p:cNvSpPr>
          <p:nvPr>
            <p:ph type="sldNum" sz="quarter" idx="12"/>
          </p:nvPr>
        </p:nvSpPr>
        <p:spPr/>
        <p:txBody>
          <a:bodyPr/>
          <a:lstStyle/>
          <a:p>
            <a:fld id="{BBF9D72B-2DE3-4987-A795-E311641A9A9D}" type="slidenum">
              <a:rPr lang="de-DE" smtClean="0"/>
              <a:t>‹#›</a:t>
            </a:fld>
            <a:endParaRPr lang="de-DE"/>
          </a:p>
        </p:txBody>
      </p:sp>
      <p:cxnSp>
        <p:nvCxnSpPr>
          <p:cNvPr id="9" name="Straight Connector 8">
            <a:extLst>
              <a:ext uri="{FF2B5EF4-FFF2-40B4-BE49-F238E27FC236}">
                <a16:creationId xmlns:a16="http://schemas.microsoft.com/office/drawing/2014/main" id="{1EFEC621-3D85-2355-C913-AB2D2811D686}"/>
              </a:ext>
            </a:extLst>
          </p:cNvPr>
          <p:cNvCxnSpPr/>
          <p:nvPr userDrawn="1"/>
        </p:nvCxnSpPr>
        <p:spPr>
          <a:xfrm>
            <a:off x="838200" y="1190600"/>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3601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C1905-C0A4-E064-FE0E-ECA46A9F9460}"/>
              </a:ext>
            </a:extLst>
          </p:cNvPr>
          <p:cNvSpPr>
            <a:spLocks noGrp="1"/>
          </p:cNvSpPr>
          <p:nvPr>
            <p:ph type="title"/>
          </p:nvPr>
        </p:nvSpPr>
        <p:spPr>
          <a:xfrm>
            <a:off x="839788" y="365126"/>
            <a:ext cx="10515600" cy="747680"/>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0F7BA8A4-AF14-05D0-A89C-55E209ACF865}"/>
              </a:ext>
            </a:extLst>
          </p:cNvPr>
          <p:cNvSpPr>
            <a:spLocks noGrp="1"/>
          </p:cNvSpPr>
          <p:nvPr>
            <p:ph type="body" idx="1"/>
          </p:nvPr>
        </p:nvSpPr>
        <p:spPr>
          <a:xfrm>
            <a:off x="839788" y="1399187"/>
            <a:ext cx="5157787" cy="11058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354008-C10C-2198-C159-917B57BBBCE9}"/>
              </a:ext>
            </a:extLst>
          </p:cNvPr>
          <p:cNvSpPr>
            <a:spLocks noGrp="1"/>
          </p:cNvSpPr>
          <p:nvPr>
            <p:ph sz="half" idx="2"/>
          </p:nvPr>
        </p:nvSpPr>
        <p:spPr>
          <a:xfrm>
            <a:off x="839788" y="2505075"/>
            <a:ext cx="5157787" cy="3843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771A855B-E5DA-CF31-F2DB-4F9637279D41}"/>
              </a:ext>
            </a:extLst>
          </p:cNvPr>
          <p:cNvSpPr>
            <a:spLocks noGrp="1"/>
          </p:cNvSpPr>
          <p:nvPr>
            <p:ph type="body" sz="quarter" idx="3"/>
          </p:nvPr>
        </p:nvSpPr>
        <p:spPr>
          <a:xfrm>
            <a:off x="6172200" y="1399187"/>
            <a:ext cx="5183188" cy="11058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97B268-D14E-153F-CC31-FC001B12B406}"/>
              </a:ext>
            </a:extLst>
          </p:cNvPr>
          <p:cNvSpPr>
            <a:spLocks noGrp="1"/>
          </p:cNvSpPr>
          <p:nvPr>
            <p:ph sz="quarter" idx="4"/>
          </p:nvPr>
        </p:nvSpPr>
        <p:spPr>
          <a:xfrm>
            <a:off x="6172200" y="2505075"/>
            <a:ext cx="5183188" cy="38439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B7BD7D01-4A54-30FF-64CA-37581A8E6FF2}"/>
              </a:ext>
            </a:extLst>
          </p:cNvPr>
          <p:cNvSpPr>
            <a:spLocks noGrp="1"/>
          </p:cNvSpPr>
          <p:nvPr>
            <p:ph type="dt" sz="half" idx="10"/>
          </p:nvPr>
        </p:nvSpPr>
        <p:spPr/>
        <p:txBody>
          <a:bodyPr/>
          <a:lstStyle/>
          <a:p>
            <a:r>
              <a:rPr lang="en-US"/>
              <a:t>26.09.2022</a:t>
            </a:r>
            <a:endParaRPr lang="de-DE"/>
          </a:p>
        </p:txBody>
      </p:sp>
      <p:sp>
        <p:nvSpPr>
          <p:cNvPr id="8" name="Footer Placeholder 7">
            <a:extLst>
              <a:ext uri="{FF2B5EF4-FFF2-40B4-BE49-F238E27FC236}">
                <a16:creationId xmlns:a16="http://schemas.microsoft.com/office/drawing/2014/main" id="{811A71D1-1310-C9D6-6DD1-62BFE448696C}"/>
              </a:ext>
            </a:extLst>
          </p:cNvPr>
          <p:cNvSpPr>
            <a:spLocks noGrp="1"/>
          </p:cNvSpPr>
          <p:nvPr>
            <p:ph type="ftr" sz="quarter" idx="11"/>
          </p:nvPr>
        </p:nvSpPr>
        <p:spPr/>
        <p:txBody>
          <a:bodyPr/>
          <a:lstStyle/>
          <a:p>
            <a:r>
              <a:rPr lang="de-DE"/>
              <a:t>SEITech Solutions - Confidential Information</a:t>
            </a:r>
          </a:p>
        </p:txBody>
      </p:sp>
      <p:sp>
        <p:nvSpPr>
          <p:cNvPr id="9" name="Slide Number Placeholder 8">
            <a:extLst>
              <a:ext uri="{FF2B5EF4-FFF2-40B4-BE49-F238E27FC236}">
                <a16:creationId xmlns:a16="http://schemas.microsoft.com/office/drawing/2014/main" id="{221743FA-AC66-610E-5640-824D8DFA7A9B}"/>
              </a:ext>
            </a:extLst>
          </p:cNvPr>
          <p:cNvSpPr>
            <a:spLocks noGrp="1"/>
          </p:cNvSpPr>
          <p:nvPr>
            <p:ph type="sldNum" sz="quarter" idx="12"/>
          </p:nvPr>
        </p:nvSpPr>
        <p:spPr/>
        <p:txBody>
          <a:bodyPr/>
          <a:lstStyle/>
          <a:p>
            <a:fld id="{BBF9D72B-2DE3-4987-A795-E311641A9A9D}" type="slidenum">
              <a:rPr lang="de-DE" smtClean="0"/>
              <a:t>‹#›</a:t>
            </a:fld>
            <a:endParaRPr lang="de-DE"/>
          </a:p>
        </p:txBody>
      </p:sp>
      <p:cxnSp>
        <p:nvCxnSpPr>
          <p:cNvPr id="11" name="Straight Connector 10">
            <a:extLst>
              <a:ext uri="{FF2B5EF4-FFF2-40B4-BE49-F238E27FC236}">
                <a16:creationId xmlns:a16="http://schemas.microsoft.com/office/drawing/2014/main" id="{53B71AAF-4A82-DB7E-6108-2AF9923C6071}"/>
              </a:ext>
            </a:extLst>
          </p:cNvPr>
          <p:cNvCxnSpPr/>
          <p:nvPr userDrawn="1"/>
        </p:nvCxnSpPr>
        <p:spPr>
          <a:xfrm>
            <a:off x="838200" y="1190600"/>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7573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514EB-9A94-85FA-C63B-806AC385C197}"/>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9F7F4B8F-D1C5-8ECE-81D3-C972AE5AB30D}"/>
              </a:ext>
            </a:extLst>
          </p:cNvPr>
          <p:cNvSpPr>
            <a:spLocks noGrp="1"/>
          </p:cNvSpPr>
          <p:nvPr>
            <p:ph type="dt" sz="half" idx="10"/>
          </p:nvPr>
        </p:nvSpPr>
        <p:spPr/>
        <p:txBody>
          <a:bodyPr/>
          <a:lstStyle/>
          <a:p>
            <a:r>
              <a:rPr lang="en-US"/>
              <a:t>26.09.2022</a:t>
            </a:r>
            <a:endParaRPr lang="de-DE"/>
          </a:p>
        </p:txBody>
      </p:sp>
      <p:sp>
        <p:nvSpPr>
          <p:cNvPr id="4" name="Footer Placeholder 3">
            <a:extLst>
              <a:ext uri="{FF2B5EF4-FFF2-40B4-BE49-F238E27FC236}">
                <a16:creationId xmlns:a16="http://schemas.microsoft.com/office/drawing/2014/main" id="{EA0E9901-5C3A-C64D-25CD-6449BB64950A}"/>
              </a:ext>
            </a:extLst>
          </p:cNvPr>
          <p:cNvSpPr>
            <a:spLocks noGrp="1"/>
          </p:cNvSpPr>
          <p:nvPr>
            <p:ph type="ftr" sz="quarter" idx="11"/>
          </p:nvPr>
        </p:nvSpPr>
        <p:spPr/>
        <p:txBody>
          <a:bodyPr/>
          <a:lstStyle/>
          <a:p>
            <a:r>
              <a:rPr lang="de-DE"/>
              <a:t>SEITech Solutions - Confidential Information</a:t>
            </a:r>
          </a:p>
        </p:txBody>
      </p:sp>
      <p:sp>
        <p:nvSpPr>
          <p:cNvPr id="5" name="Slide Number Placeholder 4">
            <a:extLst>
              <a:ext uri="{FF2B5EF4-FFF2-40B4-BE49-F238E27FC236}">
                <a16:creationId xmlns:a16="http://schemas.microsoft.com/office/drawing/2014/main" id="{4C4CF16F-8E22-83D7-0105-119657931574}"/>
              </a:ext>
            </a:extLst>
          </p:cNvPr>
          <p:cNvSpPr>
            <a:spLocks noGrp="1"/>
          </p:cNvSpPr>
          <p:nvPr>
            <p:ph type="sldNum" sz="quarter" idx="12"/>
          </p:nvPr>
        </p:nvSpPr>
        <p:spPr/>
        <p:txBody>
          <a:bodyPr/>
          <a:lstStyle/>
          <a:p>
            <a:fld id="{BBF9D72B-2DE3-4987-A795-E311641A9A9D}" type="slidenum">
              <a:rPr lang="de-DE" smtClean="0"/>
              <a:t>‹#›</a:t>
            </a:fld>
            <a:endParaRPr lang="de-DE"/>
          </a:p>
        </p:txBody>
      </p:sp>
      <p:cxnSp>
        <p:nvCxnSpPr>
          <p:cNvPr id="7" name="Straight Connector 6">
            <a:extLst>
              <a:ext uri="{FF2B5EF4-FFF2-40B4-BE49-F238E27FC236}">
                <a16:creationId xmlns:a16="http://schemas.microsoft.com/office/drawing/2014/main" id="{1A16CBA4-7258-1AE2-EE21-25F176ECCEF0}"/>
              </a:ext>
            </a:extLst>
          </p:cNvPr>
          <p:cNvCxnSpPr/>
          <p:nvPr userDrawn="1"/>
        </p:nvCxnSpPr>
        <p:spPr>
          <a:xfrm>
            <a:off x="838200" y="1190600"/>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48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DDE3F4-9A8D-1950-A59A-93F5CF81737C}"/>
              </a:ext>
            </a:extLst>
          </p:cNvPr>
          <p:cNvSpPr>
            <a:spLocks noGrp="1"/>
          </p:cNvSpPr>
          <p:nvPr>
            <p:ph type="dt" sz="half" idx="10"/>
          </p:nvPr>
        </p:nvSpPr>
        <p:spPr/>
        <p:txBody>
          <a:bodyPr/>
          <a:lstStyle/>
          <a:p>
            <a:r>
              <a:rPr lang="en-US"/>
              <a:t>26.09.2022</a:t>
            </a:r>
            <a:endParaRPr lang="de-DE"/>
          </a:p>
        </p:txBody>
      </p:sp>
      <p:sp>
        <p:nvSpPr>
          <p:cNvPr id="3" name="Footer Placeholder 2">
            <a:extLst>
              <a:ext uri="{FF2B5EF4-FFF2-40B4-BE49-F238E27FC236}">
                <a16:creationId xmlns:a16="http://schemas.microsoft.com/office/drawing/2014/main" id="{D2B9FE0D-BF13-9011-6B91-3DB983A11218}"/>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CA2A1677-2376-A458-DD95-20F928593344}"/>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310332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5CE4B-3BE9-D2C5-7367-9BD2BB4E7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753E9C77-F410-F254-EBAD-138B3545E8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210BF76F-DAFB-4398-3CA3-0B006842D1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625110-E2F8-E6F5-89CB-A439BCB1F3B2}"/>
              </a:ext>
            </a:extLst>
          </p:cNvPr>
          <p:cNvSpPr>
            <a:spLocks noGrp="1"/>
          </p:cNvSpPr>
          <p:nvPr>
            <p:ph type="dt" sz="half" idx="10"/>
          </p:nvPr>
        </p:nvSpPr>
        <p:spPr/>
        <p:txBody>
          <a:bodyPr/>
          <a:lstStyle/>
          <a:p>
            <a:r>
              <a:rPr lang="en-US"/>
              <a:t>26.09.2022</a:t>
            </a:r>
            <a:endParaRPr lang="de-DE"/>
          </a:p>
        </p:txBody>
      </p:sp>
      <p:sp>
        <p:nvSpPr>
          <p:cNvPr id="6" name="Footer Placeholder 5">
            <a:extLst>
              <a:ext uri="{FF2B5EF4-FFF2-40B4-BE49-F238E27FC236}">
                <a16:creationId xmlns:a16="http://schemas.microsoft.com/office/drawing/2014/main" id="{CACB0043-2C28-4518-2512-B3A7602B1DF4}"/>
              </a:ext>
            </a:extLst>
          </p:cNvPr>
          <p:cNvSpPr>
            <a:spLocks noGrp="1"/>
          </p:cNvSpPr>
          <p:nvPr>
            <p:ph type="ftr" sz="quarter" idx="11"/>
          </p:nvPr>
        </p:nvSpPr>
        <p:spPr/>
        <p:txBody>
          <a:bodyPr/>
          <a:lstStyle/>
          <a:p>
            <a:r>
              <a:rPr lang="de-DE"/>
              <a:t>SEITech Solutions - Confidential Information</a:t>
            </a:r>
          </a:p>
        </p:txBody>
      </p:sp>
      <p:sp>
        <p:nvSpPr>
          <p:cNvPr id="7" name="Slide Number Placeholder 6">
            <a:extLst>
              <a:ext uri="{FF2B5EF4-FFF2-40B4-BE49-F238E27FC236}">
                <a16:creationId xmlns:a16="http://schemas.microsoft.com/office/drawing/2014/main" id="{0F625F64-1D15-AB59-35B0-5282469D72A9}"/>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606013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275A-B1B1-C7F9-EF77-39D48704E0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F518E794-C95F-8761-D447-6C0788930E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F53015C0-AD07-6DDF-5D6F-4FE6101AB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0B063E-DC0A-424B-15EC-03E9D097BE21}"/>
              </a:ext>
            </a:extLst>
          </p:cNvPr>
          <p:cNvSpPr>
            <a:spLocks noGrp="1"/>
          </p:cNvSpPr>
          <p:nvPr>
            <p:ph type="dt" sz="half" idx="10"/>
          </p:nvPr>
        </p:nvSpPr>
        <p:spPr/>
        <p:txBody>
          <a:bodyPr/>
          <a:lstStyle/>
          <a:p>
            <a:r>
              <a:rPr lang="en-US"/>
              <a:t>26.09.2022</a:t>
            </a:r>
            <a:endParaRPr lang="de-DE"/>
          </a:p>
        </p:txBody>
      </p:sp>
      <p:sp>
        <p:nvSpPr>
          <p:cNvPr id="6" name="Footer Placeholder 5">
            <a:extLst>
              <a:ext uri="{FF2B5EF4-FFF2-40B4-BE49-F238E27FC236}">
                <a16:creationId xmlns:a16="http://schemas.microsoft.com/office/drawing/2014/main" id="{E99E1FA1-1C0B-B542-8431-4F4B3E6BB4E8}"/>
              </a:ext>
            </a:extLst>
          </p:cNvPr>
          <p:cNvSpPr>
            <a:spLocks noGrp="1"/>
          </p:cNvSpPr>
          <p:nvPr>
            <p:ph type="ftr" sz="quarter" idx="11"/>
          </p:nvPr>
        </p:nvSpPr>
        <p:spPr/>
        <p:txBody>
          <a:bodyPr/>
          <a:lstStyle/>
          <a:p>
            <a:r>
              <a:rPr lang="de-DE"/>
              <a:t>SEITech Solutions - Confidential Information</a:t>
            </a:r>
          </a:p>
        </p:txBody>
      </p:sp>
      <p:sp>
        <p:nvSpPr>
          <p:cNvPr id="7" name="Slide Number Placeholder 6">
            <a:extLst>
              <a:ext uri="{FF2B5EF4-FFF2-40B4-BE49-F238E27FC236}">
                <a16:creationId xmlns:a16="http://schemas.microsoft.com/office/drawing/2014/main" id="{106B6993-AC3E-FAF0-20B1-6286FBD5ABC4}"/>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1838583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F0FEB-7074-56CD-BBFF-AB7C9DE0CEB0}"/>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72BE0060-2F63-3BA2-CB77-EC2B323849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9CB581CE-8157-D785-5A7D-74DC1B7A9D73}"/>
              </a:ext>
            </a:extLst>
          </p:cNvPr>
          <p:cNvSpPr>
            <a:spLocks noGrp="1"/>
          </p:cNvSpPr>
          <p:nvPr>
            <p:ph type="dt" sz="half" idx="10"/>
          </p:nvPr>
        </p:nvSpPr>
        <p:spPr/>
        <p:txBody>
          <a:bodyPr/>
          <a:lstStyle/>
          <a:p>
            <a:r>
              <a:rPr lang="en-US"/>
              <a:t>26.09.2022</a:t>
            </a:r>
            <a:endParaRPr lang="de-DE"/>
          </a:p>
        </p:txBody>
      </p:sp>
      <p:sp>
        <p:nvSpPr>
          <p:cNvPr id="5" name="Footer Placeholder 4">
            <a:extLst>
              <a:ext uri="{FF2B5EF4-FFF2-40B4-BE49-F238E27FC236}">
                <a16:creationId xmlns:a16="http://schemas.microsoft.com/office/drawing/2014/main" id="{09054F94-642E-902F-F509-228B83C54BFF}"/>
              </a:ext>
            </a:extLst>
          </p:cNvPr>
          <p:cNvSpPr>
            <a:spLocks noGrp="1"/>
          </p:cNvSpPr>
          <p:nvPr>
            <p:ph type="ftr" sz="quarter" idx="11"/>
          </p:nvPr>
        </p:nvSpPr>
        <p:spPr/>
        <p:txBody>
          <a:bodyPr/>
          <a:lstStyle/>
          <a:p>
            <a:r>
              <a:rPr lang="de-DE"/>
              <a:t>SEITech Solutions - Confidential Information</a:t>
            </a:r>
          </a:p>
        </p:txBody>
      </p:sp>
      <p:sp>
        <p:nvSpPr>
          <p:cNvPr id="6" name="Slide Number Placeholder 5">
            <a:extLst>
              <a:ext uri="{FF2B5EF4-FFF2-40B4-BE49-F238E27FC236}">
                <a16:creationId xmlns:a16="http://schemas.microsoft.com/office/drawing/2014/main" id="{FFE744FE-8EB3-D2DF-A848-F6588DBA1CFB}"/>
              </a:ext>
            </a:extLst>
          </p:cNvPr>
          <p:cNvSpPr>
            <a:spLocks noGrp="1"/>
          </p:cNvSpPr>
          <p:nvPr>
            <p:ph type="sldNum" sz="quarter" idx="12"/>
          </p:nvPr>
        </p:nvSpPr>
        <p:spPr/>
        <p:txBody>
          <a:bodyPr/>
          <a:lstStyle/>
          <a:p>
            <a:fld id="{BBF9D72B-2DE3-4987-A795-E311641A9A9D}" type="slidenum">
              <a:rPr lang="de-DE" smtClean="0"/>
              <a:t>‹#›</a:t>
            </a:fld>
            <a:endParaRPr lang="de-DE"/>
          </a:p>
        </p:txBody>
      </p:sp>
      <p:cxnSp>
        <p:nvCxnSpPr>
          <p:cNvPr id="8" name="Straight Connector 7">
            <a:extLst>
              <a:ext uri="{FF2B5EF4-FFF2-40B4-BE49-F238E27FC236}">
                <a16:creationId xmlns:a16="http://schemas.microsoft.com/office/drawing/2014/main" id="{6AD7FBE9-A9B8-A5CB-4CC0-6423B93C0F1B}"/>
              </a:ext>
            </a:extLst>
          </p:cNvPr>
          <p:cNvCxnSpPr/>
          <p:nvPr userDrawn="1"/>
        </p:nvCxnSpPr>
        <p:spPr>
          <a:xfrm>
            <a:off x="838200" y="1190600"/>
            <a:ext cx="10515600" cy="0"/>
          </a:xfrm>
          <a:prstGeom prst="line">
            <a:avLst/>
          </a:prstGeom>
          <a:ln>
            <a:solidFill>
              <a:srgbClr val="EEB4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6645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876672-456C-0D65-6275-E7F11B2D365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FE3871A8-2BAC-6C4C-A590-78CD8E66B0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68BB8325-15F2-65AD-841A-81F980766B1B}"/>
              </a:ext>
            </a:extLst>
          </p:cNvPr>
          <p:cNvSpPr>
            <a:spLocks noGrp="1"/>
          </p:cNvSpPr>
          <p:nvPr>
            <p:ph type="dt" sz="half" idx="10"/>
          </p:nvPr>
        </p:nvSpPr>
        <p:spPr/>
        <p:txBody>
          <a:bodyPr/>
          <a:lstStyle/>
          <a:p>
            <a:r>
              <a:rPr lang="en-US"/>
              <a:t>26.09.2022</a:t>
            </a:r>
            <a:endParaRPr lang="de-DE"/>
          </a:p>
        </p:txBody>
      </p:sp>
      <p:sp>
        <p:nvSpPr>
          <p:cNvPr id="5" name="Footer Placeholder 4">
            <a:extLst>
              <a:ext uri="{FF2B5EF4-FFF2-40B4-BE49-F238E27FC236}">
                <a16:creationId xmlns:a16="http://schemas.microsoft.com/office/drawing/2014/main" id="{553BEEF0-6701-F3D5-0A3D-806065A9B036}"/>
              </a:ext>
            </a:extLst>
          </p:cNvPr>
          <p:cNvSpPr>
            <a:spLocks noGrp="1"/>
          </p:cNvSpPr>
          <p:nvPr>
            <p:ph type="ftr" sz="quarter" idx="11"/>
          </p:nvPr>
        </p:nvSpPr>
        <p:spPr/>
        <p:txBody>
          <a:bodyPr/>
          <a:lstStyle/>
          <a:p>
            <a:r>
              <a:rPr lang="de-DE"/>
              <a:t>SEITech Solutions - Confidential Information</a:t>
            </a:r>
          </a:p>
        </p:txBody>
      </p:sp>
      <p:sp>
        <p:nvSpPr>
          <p:cNvPr id="6" name="Slide Number Placeholder 5">
            <a:extLst>
              <a:ext uri="{FF2B5EF4-FFF2-40B4-BE49-F238E27FC236}">
                <a16:creationId xmlns:a16="http://schemas.microsoft.com/office/drawing/2014/main" id="{1BF542BE-EAF4-BE1C-BC35-1DA5217C0DCC}"/>
              </a:ext>
            </a:extLst>
          </p:cNvPr>
          <p:cNvSpPr>
            <a:spLocks noGrp="1"/>
          </p:cNvSpPr>
          <p:nvPr>
            <p:ph type="sldNum" sz="quarter" idx="12"/>
          </p:nvPr>
        </p:nvSpPr>
        <p:spPr/>
        <p:txBody>
          <a:bodyPr/>
          <a:lstStyle/>
          <a:p>
            <a:fld id="{BBF9D72B-2DE3-4987-A795-E311641A9A9D}" type="slidenum">
              <a:rPr lang="de-DE" smtClean="0"/>
              <a:t>‹#›</a:t>
            </a:fld>
            <a:endParaRPr lang="de-DE"/>
          </a:p>
        </p:txBody>
      </p:sp>
    </p:spTree>
    <p:extLst>
      <p:ext uri="{BB962C8B-B14F-4D97-AF65-F5344CB8AC3E}">
        <p14:creationId xmlns:p14="http://schemas.microsoft.com/office/powerpoint/2010/main" val="3734190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perator">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C35EFE-3B89-A5E3-37CF-4AC549D593B4}"/>
              </a:ext>
            </a:extLst>
          </p:cNvPr>
          <p:cNvSpPr>
            <a:spLocks noGrp="1"/>
          </p:cNvSpPr>
          <p:nvPr>
            <p:ph sz="quarter" idx="10"/>
          </p:nvPr>
        </p:nvSpPr>
        <p:spPr>
          <a:xfrm>
            <a:off x="1035169" y="3813026"/>
            <a:ext cx="4468483" cy="1181100"/>
          </a:xfrm>
          <a:prstGeom prst="rect">
            <a:avLst/>
          </a:prstGeom>
        </p:spPr>
        <p:txBody>
          <a:bodyPr anchor="t"/>
          <a:lstStyle>
            <a:lvl1pPr marL="0" indent="0">
              <a:buNone/>
              <a:defRPr sz="3600">
                <a:solidFill>
                  <a:schemeClr val="bg1"/>
                </a:solidFill>
              </a:defRPr>
            </a:lvl1pPr>
          </a:lstStyle>
          <a:p>
            <a:pPr lvl="0"/>
            <a:r>
              <a:rPr lang="en-US"/>
              <a:t>Click to edit Master text</a:t>
            </a:r>
          </a:p>
        </p:txBody>
      </p:sp>
    </p:spTree>
    <p:extLst>
      <p:ext uri="{BB962C8B-B14F-4D97-AF65-F5344CB8AC3E}">
        <p14:creationId xmlns:p14="http://schemas.microsoft.com/office/powerpoint/2010/main" val="3134905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inal">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724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Icon&#10;&#10;Description automatically generated">
            <a:extLst>
              <a:ext uri="{FF2B5EF4-FFF2-40B4-BE49-F238E27FC236}">
                <a16:creationId xmlns:a16="http://schemas.microsoft.com/office/drawing/2014/main" id="{71537ACD-C88F-CB97-4261-50E9F11F1B3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7268" y="326639"/>
            <a:ext cx="1058933" cy="736311"/>
          </a:xfrm>
          <a:prstGeom prst="rect">
            <a:avLst/>
          </a:prstGeom>
        </p:spPr>
      </p:pic>
      <p:sp>
        <p:nvSpPr>
          <p:cNvPr id="19" name="Footer Placeholder 4">
            <a:extLst>
              <a:ext uri="{FF2B5EF4-FFF2-40B4-BE49-F238E27FC236}">
                <a16:creationId xmlns:a16="http://schemas.microsoft.com/office/drawing/2014/main" id="{D008793E-4F71-E4AD-C180-9957E22FE200}"/>
              </a:ext>
            </a:extLst>
          </p:cNvPr>
          <p:cNvSpPr>
            <a:spLocks noGrp="1"/>
          </p:cNvSpPr>
          <p:nvPr>
            <p:ph type="ftr" sz="quarter" idx="11"/>
          </p:nvPr>
        </p:nvSpPr>
        <p:spPr>
          <a:xfrm>
            <a:off x="4037531" y="6487064"/>
            <a:ext cx="4114800" cy="222826"/>
          </a:xfrm>
        </p:spPr>
        <p:txBody>
          <a:bodyPr/>
          <a:lstStyle/>
          <a:p>
            <a:r>
              <a:rPr lang="en-US">
                <a:solidFill>
                  <a:schemeClr val="bg1">
                    <a:lumMod val="50000"/>
                  </a:schemeClr>
                </a:solidFill>
              </a:rPr>
              <a:t>SEITech Solutions - Confidential Information</a:t>
            </a:r>
          </a:p>
        </p:txBody>
      </p:sp>
      <p:sp>
        <p:nvSpPr>
          <p:cNvPr id="2" name="Title 1">
            <a:extLst>
              <a:ext uri="{FF2B5EF4-FFF2-40B4-BE49-F238E27FC236}">
                <a16:creationId xmlns:a16="http://schemas.microsoft.com/office/drawing/2014/main" id="{6B5F18DF-6899-2B82-3FC1-E9856884A97B}"/>
              </a:ext>
            </a:extLst>
          </p:cNvPr>
          <p:cNvSpPr txBox="1">
            <a:spLocks/>
          </p:cNvSpPr>
          <p:nvPr userDrawn="1"/>
        </p:nvSpPr>
        <p:spPr>
          <a:xfrm>
            <a:off x="1415311" y="1062950"/>
            <a:ext cx="9360310" cy="2863656"/>
          </a:xfrm>
          <a:prstGeom prst="rect">
            <a:avLst/>
          </a:prstGeom>
        </p:spPr>
        <p:txBody>
          <a:bodyPr anchor="b">
            <a:normAutofit/>
          </a:bodyPr>
          <a:lstStyle>
            <a:lvl1pPr algn="l" defTabSz="914400" rtl="0" eaLnBrk="1" latinLnBrk="0" hangingPunct="1">
              <a:lnSpc>
                <a:spcPct val="90000"/>
              </a:lnSpc>
              <a:spcBef>
                <a:spcPct val="0"/>
              </a:spcBef>
              <a:buNone/>
              <a:defRPr sz="4400" b="1" kern="1200">
                <a:solidFill>
                  <a:srgbClr val="143264"/>
                </a:solidFill>
                <a:latin typeface="+mj-lt"/>
                <a:ea typeface="+mj-ea"/>
                <a:cs typeface="+mj-cs"/>
              </a:defRPr>
            </a:lvl1pPr>
          </a:lstStyle>
          <a:p>
            <a:pPr algn="ctr"/>
            <a:r>
              <a:rPr lang="en-US" u="none"/>
              <a:t>Click to edit Master title style</a:t>
            </a:r>
            <a:endParaRPr lang="de-DE" u="none"/>
          </a:p>
        </p:txBody>
      </p:sp>
      <p:sp>
        <p:nvSpPr>
          <p:cNvPr id="3" name="Subtitle 2">
            <a:extLst>
              <a:ext uri="{FF2B5EF4-FFF2-40B4-BE49-F238E27FC236}">
                <a16:creationId xmlns:a16="http://schemas.microsoft.com/office/drawing/2014/main" id="{379207A2-5341-D0A5-918F-2CB262DAB8AA}"/>
              </a:ext>
            </a:extLst>
          </p:cNvPr>
          <p:cNvSpPr txBox="1">
            <a:spLocks/>
          </p:cNvSpPr>
          <p:nvPr userDrawn="1"/>
        </p:nvSpPr>
        <p:spPr>
          <a:xfrm>
            <a:off x="2699627" y="3926606"/>
            <a:ext cx="6791677" cy="14371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7030A0"/>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a:t>Click to edit Master subtitle style</a:t>
            </a:r>
            <a:endParaRPr lang="de-DE"/>
          </a:p>
        </p:txBody>
      </p:sp>
    </p:spTree>
    <p:extLst>
      <p:ext uri="{BB962C8B-B14F-4D97-AF65-F5344CB8AC3E}">
        <p14:creationId xmlns:p14="http://schemas.microsoft.com/office/powerpoint/2010/main" val="2074739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image" Target="../media/image3.png"/><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jp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4.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image" Target="../media/image4.jpe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5.xml"/><Relationship Id="rId1" Type="http://schemas.openxmlformats.org/officeDocument/2006/relationships/slideLayout" Target="../slideLayouts/slideLayout27.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6.xml"/><Relationship Id="rId1" Type="http://schemas.openxmlformats.org/officeDocument/2006/relationships/slideLayout" Target="../slideLayouts/slideLayout28.xml"/><Relationship Id="rId4" Type="http://schemas.openxmlformats.org/officeDocument/2006/relationships/image" Target="../media/image7.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7.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F2D64B-BF27-1F31-B25E-00154EF118A5}"/>
              </a:ext>
            </a:extLst>
          </p:cNvPr>
          <p:cNvSpPr>
            <a:spLocks noGrp="1"/>
          </p:cNvSpPr>
          <p:nvPr>
            <p:ph type="ftr" sz="quarter" idx="3"/>
          </p:nvPr>
        </p:nvSpPr>
        <p:spPr>
          <a:xfrm>
            <a:off x="4038066" y="6556075"/>
            <a:ext cx="4114800" cy="169599"/>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de-DE"/>
              <a:t>SEITech Solutions - Confidential Information</a:t>
            </a:r>
          </a:p>
        </p:txBody>
      </p:sp>
      <p:grpSp>
        <p:nvGrpSpPr>
          <p:cNvPr id="7" name="object 3">
            <a:extLst>
              <a:ext uri="{FF2B5EF4-FFF2-40B4-BE49-F238E27FC236}">
                <a16:creationId xmlns:a16="http://schemas.microsoft.com/office/drawing/2014/main" id="{CF0FB904-2BD4-AF8F-3A99-85F949EBAF48}"/>
              </a:ext>
            </a:extLst>
          </p:cNvPr>
          <p:cNvGrpSpPr/>
          <p:nvPr userDrawn="1"/>
        </p:nvGrpSpPr>
        <p:grpSpPr>
          <a:xfrm flipV="1">
            <a:off x="825445" y="6423160"/>
            <a:ext cx="10540042" cy="108201"/>
            <a:chOff x="530834" y="3036061"/>
            <a:chExt cx="4490720" cy="41910"/>
          </a:xfrm>
        </p:grpSpPr>
        <p:sp>
          <p:nvSpPr>
            <p:cNvPr id="8" name="object 4">
              <a:extLst>
                <a:ext uri="{FF2B5EF4-FFF2-40B4-BE49-F238E27FC236}">
                  <a16:creationId xmlns:a16="http://schemas.microsoft.com/office/drawing/2014/main" id="{48FD9696-DCA7-4E38-2E4C-535ED51A3B7B}"/>
                </a:ext>
              </a:extLst>
            </p:cNvPr>
            <p:cNvSpPr/>
            <p:nvPr/>
          </p:nvSpPr>
          <p:spPr>
            <a:xfrm>
              <a:off x="551561" y="3054159"/>
              <a:ext cx="4448810" cy="5715"/>
            </a:xfrm>
            <a:custGeom>
              <a:avLst/>
              <a:gdLst/>
              <a:ahLst/>
              <a:cxnLst/>
              <a:rect l="l" t="t" r="r" b="b"/>
              <a:pathLst>
                <a:path w="4448810" h="5714">
                  <a:moveTo>
                    <a:pt x="4448721" y="0"/>
                  </a:moveTo>
                  <a:lnTo>
                    <a:pt x="0" y="0"/>
                  </a:lnTo>
                  <a:lnTo>
                    <a:pt x="0" y="5257"/>
                  </a:lnTo>
                  <a:lnTo>
                    <a:pt x="4448721" y="5257"/>
                  </a:lnTo>
                  <a:lnTo>
                    <a:pt x="4448721" y="0"/>
                  </a:lnTo>
                  <a:close/>
                </a:path>
              </a:pathLst>
            </a:custGeom>
            <a:solidFill>
              <a:srgbClr val="EBA94A"/>
            </a:solidFill>
          </p:spPr>
          <p:txBody>
            <a:bodyPr wrap="square" lIns="0" tIns="0" rIns="0" bIns="0" rtlCol="0"/>
            <a:lstStyle/>
            <a:p>
              <a:endParaRPr/>
            </a:p>
          </p:txBody>
        </p:sp>
        <p:sp>
          <p:nvSpPr>
            <p:cNvPr id="9" name="object 5">
              <a:extLst>
                <a:ext uri="{FF2B5EF4-FFF2-40B4-BE49-F238E27FC236}">
                  <a16:creationId xmlns:a16="http://schemas.microsoft.com/office/drawing/2014/main" id="{3047EDB1-14CD-D826-5341-CF49C9828FF9}"/>
                </a:ext>
              </a:extLst>
            </p:cNvPr>
            <p:cNvSpPr/>
            <p:nvPr/>
          </p:nvSpPr>
          <p:spPr>
            <a:xfrm>
              <a:off x="530834" y="3036061"/>
              <a:ext cx="4490720" cy="41910"/>
            </a:xfrm>
            <a:custGeom>
              <a:avLst/>
              <a:gdLst/>
              <a:ahLst/>
              <a:cxnLst/>
              <a:rect l="l" t="t" r="r" b="b"/>
              <a:pathLst>
                <a:path w="4490720" h="41910">
                  <a:moveTo>
                    <a:pt x="41452" y="0"/>
                  </a:moveTo>
                  <a:lnTo>
                    <a:pt x="0" y="0"/>
                  </a:lnTo>
                  <a:lnTo>
                    <a:pt x="0" y="41452"/>
                  </a:lnTo>
                  <a:lnTo>
                    <a:pt x="41452" y="41452"/>
                  </a:lnTo>
                  <a:lnTo>
                    <a:pt x="41452" y="0"/>
                  </a:lnTo>
                  <a:close/>
                </a:path>
                <a:path w="4490720" h="41910">
                  <a:moveTo>
                    <a:pt x="4490174" y="20739"/>
                  </a:moveTo>
                  <a:lnTo>
                    <a:pt x="4488535" y="12661"/>
                  </a:lnTo>
                  <a:lnTo>
                    <a:pt x="4484103" y="6070"/>
                  </a:lnTo>
                  <a:lnTo>
                    <a:pt x="4477512" y="1638"/>
                  </a:lnTo>
                  <a:lnTo>
                    <a:pt x="4469447" y="12"/>
                  </a:lnTo>
                  <a:lnTo>
                    <a:pt x="4461370" y="1638"/>
                  </a:lnTo>
                  <a:lnTo>
                    <a:pt x="4454779" y="6070"/>
                  </a:lnTo>
                  <a:lnTo>
                    <a:pt x="4450334" y="12661"/>
                  </a:lnTo>
                  <a:lnTo>
                    <a:pt x="4448708" y="20739"/>
                  </a:lnTo>
                  <a:lnTo>
                    <a:pt x="4450334" y="28803"/>
                  </a:lnTo>
                  <a:lnTo>
                    <a:pt x="4454779" y="35382"/>
                  </a:lnTo>
                  <a:lnTo>
                    <a:pt x="4461370" y="39827"/>
                  </a:lnTo>
                  <a:lnTo>
                    <a:pt x="4469447" y="41465"/>
                  </a:lnTo>
                  <a:lnTo>
                    <a:pt x="4477512" y="39827"/>
                  </a:lnTo>
                  <a:lnTo>
                    <a:pt x="4484103" y="35382"/>
                  </a:lnTo>
                  <a:lnTo>
                    <a:pt x="4488535" y="28803"/>
                  </a:lnTo>
                  <a:lnTo>
                    <a:pt x="4490174" y="20739"/>
                  </a:lnTo>
                  <a:close/>
                </a:path>
              </a:pathLst>
            </a:custGeom>
            <a:solidFill>
              <a:srgbClr val="86549F"/>
            </a:solidFill>
          </p:spPr>
          <p:txBody>
            <a:bodyPr wrap="square" lIns="0" tIns="0" rIns="0" bIns="0" rtlCol="0"/>
            <a:lstStyle/>
            <a:p>
              <a:endParaRPr/>
            </a:p>
          </p:txBody>
        </p:sp>
      </p:grpSp>
      <p:pic>
        <p:nvPicPr>
          <p:cNvPr id="3" name="Picture 2" descr="Icon&#10;&#10;Description automatically generated">
            <a:extLst>
              <a:ext uri="{FF2B5EF4-FFF2-40B4-BE49-F238E27FC236}">
                <a16:creationId xmlns:a16="http://schemas.microsoft.com/office/drawing/2014/main" id="{3CD98C72-E4FC-C343-CF1B-E99BB2996918}"/>
              </a:ext>
            </a:extLst>
          </p:cNvPr>
          <p:cNvPicPr>
            <a:picLocks noChangeAspect="1"/>
          </p:cNvPicPr>
          <p:nvPr userDrawn="1"/>
        </p:nvPicPr>
        <p:blipFill rotWithShape="1">
          <a:blip r:embed="rId5">
            <a:clrChange>
              <a:clrFrom>
                <a:srgbClr val="003267"/>
              </a:clrFrom>
              <a:clrTo>
                <a:srgbClr val="003267">
                  <a:alpha val="0"/>
                </a:srgbClr>
              </a:clrTo>
            </a:clrChange>
            <a:extLst>
              <a:ext uri="{28A0092B-C50C-407E-A947-70E740481C1C}">
                <a14:useLocalDpi xmlns:a14="http://schemas.microsoft.com/office/drawing/2010/main" val="0"/>
              </a:ext>
            </a:extLst>
          </a:blip>
          <a:srcRect l="17167" t="27196" r="16786" b="27099"/>
          <a:stretch/>
        </p:blipFill>
        <p:spPr>
          <a:xfrm>
            <a:off x="360000" y="360000"/>
            <a:ext cx="1072295" cy="756000"/>
          </a:xfrm>
          <a:prstGeom prst="rect">
            <a:avLst/>
          </a:prstGeom>
        </p:spPr>
      </p:pic>
    </p:spTree>
    <p:extLst>
      <p:ext uri="{BB962C8B-B14F-4D97-AF65-F5344CB8AC3E}">
        <p14:creationId xmlns:p14="http://schemas.microsoft.com/office/powerpoint/2010/main" val="1489036"/>
      </p:ext>
    </p:extLst>
  </p:cSld>
  <p:clrMap bg1="lt1" tx1="dk1" bg2="lt2" tx2="dk2" accent1="accent1" accent2="accent2" accent3="accent3" accent4="accent4" accent5="accent5" accent6="accent6" hlink="hlink" folHlink="folHlink"/>
  <p:sldLayoutIdLst>
    <p:sldLayoutId id="2147483671" r:id="rId1"/>
    <p:sldLayoutId id="2147483672"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F2D64B-BF27-1F31-B25E-00154EF118A5}"/>
              </a:ext>
            </a:extLst>
          </p:cNvPr>
          <p:cNvSpPr>
            <a:spLocks noGrp="1"/>
          </p:cNvSpPr>
          <p:nvPr>
            <p:ph type="ftr" sz="quarter" idx="3"/>
          </p:nvPr>
        </p:nvSpPr>
        <p:spPr>
          <a:xfrm>
            <a:off x="4038066" y="6556075"/>
            <a:ext cx="4114800" cy="169599"/>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de-DE"/>
              <a:t>SEITech Solutions - Confidential Information</a:t>
            </a:r>
          </a:p>
        </p:txBody>
      </p:sp>
      <p:grpSp>
        <p:nvGrpSpPr>
          <p:cNvPr id="7" name="object 3">
            <a:extLst>
              <a:ext uri="{FF2B5EF4-FFF2-40B4-BE49-F238E27FC236}">
                <a16:creationId xmlns:a16="http://schemas.microsoft.com/office/drawing/2014/main" id="{CF0FB904-2BD4-AF8F-3A99-85F949EBAF48}"/>
              </a:ext>
            </a:extLst>
          </p:cNvPr>
          <p:cNvGrpSpPr/>
          <p:nvPr userDrawn="1"/>
        </p:nvGrpSpPr>
        <p:grpSpPr>
          <a:xfrm flipV="1">
            <a:off x="825445" y="6423160"/>
            <a:ext cx="10540042" cy="108201"/>
            <a:chOff x="530834" y="3036061"/>
            <a:chExt cx="4490720" cy="41910"/>
          </a:xfrm>
        </p:grpSpPr>
        <p:sp>
          <p:nvSpPr>
            <p:cNvPr id="8" name="object 4">
              <a:extLst>
                <a:ext uri="{FF2B5EF4-FFF2-40B4-BE49-F238E27FC236}">
                  <a16:creationId xmlns:a16="http://schemas.microsoft.com/office/drawing/2014/main" id="{48FD9696-DCA7-4E38-2E4C-535ED51A3B7B}"/>
                </a:ext>
              </a:extLst>
            </p:cNvPr>
            <p:cNvSpPr/>
            <p:nvPr/>
          </p:nvSpPr>
          <p:spPr>
            <a:xfrm>
              <a:off x="551561" y="3054159"/>
              <a:ext cx="4448810" cy="5715"/>
            </a:xfrm>
            <a:custGeom>
              <a:avLst/>
              <a:gdLst/>
              <a:ahLst/>
              <a:cxnLst/>
              <a:rect l="l" t="t" r="r" b="b"/>
              <a:pathLst>
                <a:path w="4448810" h="5714">
                  <a:moveTo>
                    <a:pt x="4448721" y="0"/>
                  </a:moveTo>
                  <a:lnTo>
                    <a:pt x="0" y="0"/>
                  </a:lnTo>
                  <a:lnTo>
                    <a:pt x="0" y="5257"/>
                  </a:lnTo>
                  <a:lnTo>
                    <a:pt x="4448721" y="5257"/>
                  </a:lnTo>
                  <a:lnTo>
                    <a:pt x="4448721" y="0"/>
                  </a:lnTo>
                  <a:close/>
                </a:path>
              </a:pathLst>
            </a:custGeom>
            <a:solidFill>
              <a:srgbClr val="EBA94A"/>
            </a:solidFill>
          </p:spPr>
          <p:txBody>
            <a:bodyPr wrap="square" lIns="0" tIns="0" rIns="0" bIns="0" rtlCol="0"/>
            <a:lstStyle/>
            <a:p>
              <a:endParaRPr/>
            </a:p>
          </p:txBody>
        </p:sp>
        <p:sp>
          <p:nvSpPr>
            <p:cNvPr id="9" name="object 5">
              <a:extLst>
                <a:ext uri="{FF2B5EF4-FFF2-40B4-BE49-F238E27FC236}">
                  <a16:creationId xmlns:a16="http://schemas.microsoft.com/office/drawing/2014/main" id="{3047EDB1-14CD-D826-5341-CF49C9828FF9}"/>
                </a:ext>
              </a:extLst>
            </p:cNvPr>
            <p:cNvSpPr/>
            <p:nvPr/>
          </p:nvSpPr>
          <p:spPr>
            <a:xfrm>
              <a:off x="530834" y="3036061"/>
              <a:ext cx="4490720" cy="41910"/>
            </a:xfrm>
            <a:custGeom>
              <a:avLst/>
              <a:gdLst/>
              <a:ahLst/>
              <a:cxnLst/>
              <a:rect l="l" t="t" r="r" b="b"/>
              <a:pathLst>
                <a:path w="4490720" h="41910">
                  <a:moveTo>
                    <a:pt x="41452" y="0"/>
                  </a:moveTo>
                  <a:lnTo>
                    <a:pt x="0" y="0"/>
                  </a:lnTo>
                  <a:lnTo>
                    <a:pt x="0" y="41452"/>
                  </a:lnTo>
                  <a:lnTo>
                    <a:pt x="41452" y="41452"/>
                  </a:lnTo>
                  <a:lnTo>
                    <a:pt x="41452" y="0"/>
                  </a:lnTo>
                  <a:close/>
                </a:path>
                <a:path w="4490720" h="41910">
                  <a:moveTo>
                    <a:pt x="4490174" y="20739"/>
                  </a:moveTo>
                  <a:lnTo>
                    <a:pt x="4488535" y="12661"/>
                  </a:lnTo>
                  <a:lnTo>
                    <a:pt x="4484103" y="6070"/>
                  </a:lnTo>
                  <a:lnTo>
                    <a:pt x="4477512" y="1638"/>
                  </a:lnTo>
                  <a:lnTo>
                    <a:pt x="4469447" y="12"/>
                  </a:lnTo>
                  <a:lnTo>
                    <a:pt x="4461370" y="1638"/>
                  </a:lnTo>
                  <a:lnTo>
                    <a:pt x="4454779" y="6070"/>
                  </a:lnTo>
                  <a:lnTo>
                    <a:pt x="4450334" y="12661"/>
                  </a:lnTo>
                  <a:lnTo>
                    <a:pt x="4448708" y="20739"/>
                  </a:lnTo>
                  <a:lnTo>
                    <a:pt x="4450334" y="28803"/>
                  </a:lnTo>
                  <a:lnTo>
                    <a:pt x="4454779" y="35382"/>
                  </a:lnTo>
                  <a:lnTo>
                    <a:pt x="4461370" y="39827"/>
                  </a:lnTo>
                  <a:lnTo>
                    <a:pt x="4469447" y="41465"/>
                  </a:lnTo>
                  <a:lnTo>
                    <a:pt x="4477512" y="39827"/>
                  </a:lnTo>
                  <a:lnTo>
                    <a:pt x="4484103" y="35382"/>
                  </a:lnTo>
                  <a:lnTo>
                    <a:pt x="4488535" y="28803"/>
                  </a:lnTo>
                  <a:lnTo>
                    <a:pt x="4490174" y="20739"/>
                  </a:lnTo>
                  <a:close/>
                </a:path>
              </a:pathLst>
            </a:custGeom>
            <a:solidFill>
              <a:srgbClr val="86549F"/>
            </a:solidFill>
          </p:spPr>
          <p:txBody>
            <a:bodyPr wrap="square" lIns="0" tIns="0" rIns="0" bIns="0" rtlCol="0"/>
            <a:lstStyle/>
            <a:p>
              <a:endParaRPr/>
            </a:p>
          </p:txBody>
        </p:sp>
      </p:grpSp>
      <p:pic>
        <p:nvPicPr>
          <p:cNvPr id="10" name="Picture 9" descr="Icon&#10;&#10;Description automatically generated">
            <a:extLst>
              <a:ext uri="{FF2B5EF4-FFF2-40B4-BE49-F238E27FC236}">
                <a16:creationId xmlns:a16="http://schemas.microsoft.com/office/drawing/2014/main" id="{CA36AE03-A104-74C1-878B-6575EF48665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0000" y="360000"/>
            <a:ext cx="1078169" cy="749686"/>
          </a:xfrm>
          <a:prstGeom prst="rect">
            <a:avLst/>
          </a:prstGeom>
        </p:spPr>
      </p:pic>
    </p:spTree>
    <p:extLst>
      <p:ext uri="{BB962C8B-B14F-4D97-AF65-F5344CB8AC3E}">
        <p14:creationId xmlns:p14="http://schemas.microsoft.com/office/powerpoint/2010/main" val="1479194717"/>
      </p:ext>
    </p:extLst>
  </p:cSld>
  <p:clrMap bg1="lt1" tx1="dk1" bg2="lt2" tx2="dk2" accent1="accent1" accent2="accent2" accent3="accent3" accent4="accent4" accent5="accent5" accent6="accent6" hlink="hlink" folHlink="folHlink"/>
  <p:sldLayoutIdLst>
    <p:sldLayoutId id="2147483673" r:id="rId1"/>
    <p:sldLayoutId id="2147483651" r:id="rId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A27180-D59A-990C-1874-F7D4B1518899}"/>
              </a:ext>
            </a:extLst>
          </p:cNvPr>
          <p:cNvSpPr>
            <a:spLocks noGrp="1"/>
          </p:cNvSpPr>
          <p:nvPr>
            <p:ph type="title"/>
          </p:nvPr>
        </p:nvSpPr>
        <p:spPr>
          <a:xfrm>
            <a:off x="838200" y="365125"/>
            <a:ext cx="10515600" cy="773719"/>
          </a:xfrm>
          <a:prstGeom prst="rect">
            <a:avLst/>
          </a:prstGeom>
        </p:spPr>
        <p:txBody>
          <a:bodyPr vert="horz" lIns="91440" tIns="45720" rIns="91440" bIns="45720" rtlCol="0" anchor="ctr">
            <a:normAutofit/>
          </a:bodyPr>
          <a:lstStyle/>
          <a:p>
            <a:r>
              <a:rPr lang="en-US" dirty="0"/>
              <a:t>Click to edit Master title style</a:t>
            </a:r>
            <a:endParaRPr lang="de-DE" dirty="0"/>
          </a:p>
        </p:txBody>
      </p:sp>
      <p:sp>
        <p:nvSpPr>
          <p:cNvPr id="3" name="Text Placeholder 2">
            <a:extLst>
              <a:ext uri="{FF2B5EF4-FFF2-40B4-BE49-F238E27FC236}">
                <a16:creationId xmlns:a16="http://schemas.microsoft.com/office/drawing/2014/main" id="{FD4AA65F-2300-ED19-B146-8CB6250E37E4}"/>
              </a:ext>
            </a:extLst>
          </p:cNvPr>
          <p:cNvSpPr>
            <a:spLocks noGrp="1"/>
          </p:cNvSpPr>
          <p:nvPr>
            <p:ph type="body" idx="1"/>
          </p:nvPr>
        </p:nvSpPr>
        <p:spPr>
          <a:xfrm>
            <a:off x="838200" y="1483743"/>
            <a:ext cx="10515600" cy="47314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Date Placeholder 3">
            <a:extLst>
              <a:ext uri="{FF2B5EF4-FFF2-40B4-BE49-F238E27FC236}">
                <a16:creationId xmlns:a16="http://schemas.microsoft.com/office/drawing/2014/main" id="{F664A137-892C-5DFB-8FD4-FFDC890D28A4}"/>
              </a:ext>
            </a:extLst>
          </p:cNvPr>
          <p:cNvSpPr>
            <a:spLocks noGrp="1"/>
          </p:cNvSpPr>
          <p:nvPr>
            <p:ph type="dt" sz="half" idx="2"/>
          </p:nvPr>
        </p:nvSpPr>
        <p:spPr>
          <a:xfrm>
            <a:off x="838200" y="6492875"/>
            <a:ext cx="2743200" cy="228600"/>
          </a:xfrm>
          <a:prstGeom prst="rect">
            <a:avLst/>
          </a:prstGeom>
        </p:spPr>
        <p:txBody>
          <a:bodyPr vert="horz" lIns="91440" tIns="45720" rIns="91440" bIns="45720" rtlCol="0" anchor="ctr"/>
          <a:lstStyle>
            <a:lvl1pPr algn="l">
              <a:defRPr sz="800">
                <a:solidFill>
                  <a:schemeClr val="tx1">
                    <a:tint val="75000"/>
                  </a:schemeClr>
                </a:solidFill>
              </a:defRPr>
            </a:lvl1pPr>
          </a:lstStyle>
          <a:p>
            <a:r>
              <a:rPr lang="en-US"/>
              <a:t>26.09.2022</a:t>
            </a:r>
            <a:endParaRPr lang="de-DE"/>
          </a:p>
        </p:txBody>
      </p:sp>
      <p:sp>
        <p:nvSpPr>
          <p:cNvPr id="5" name="Footer Placeholder 4">
            <a:extLst>
              <a:ext uri="{FF2B5EF4-FFF2-40B4-BE49-F238E27FC236}">
                <a16:creationId xmlns:a16="http://schemas.microsoft.com/office/drawing/2014/main" id="{1CF45688-684E-ABC2-E973-3ED1B3D21CC6}"/>
              </a:ext>
            </a:extLst>
          </p:cNvPr>
          <p:cNvSpPr>
            <a:spLocks noGrp="1"/>
          </p:cNvSpPr>
          <p:nvPr>
            <p:ph type="ftr" sz="quarter" idx="3"/>
          </p:nvPr>
        </p:nvSpPr>
        <p:spPr>
          <a:xfrm>
            <a:off x="4038600" y="6492875"/>
            <a:ext cx="4114800" cy="228600"/>
          </a:xfrm>
          <a:prstGeom prst="rect">
            <a:avLst/>
          </a:prstGeom>
        </p:spPr>
        <p:txBody>
          <a:bodyPr vert="horz" lIns="91440" tIns="45720" rIns="91440" bIns="45720" rtlCol="0" anchor="ctr"/>
          <a:lstStyle>
            <a:lvl1pPr algn="ctr">
              <a:defRPr sz="800">
                <a:solidFill>
                  <a:schemeClr val="tx1">
                    <a:tint val="75000"/>
                  </a:schemeClr>
                </a:solidFill>
              </a:defRPr>
            </a:lvl1pPr>
          </a:lstStyle>
          <a:p>
            <a:r>
              <a:rPr lang="en-US">
                <a:solidFill>
                  <a:schemeClr val="bg1">
                    <a:lumMod val="50000"/>
                  </a:schemeClr>
                </a:solidFill>
              </a:rPr>
              <a:t>SEITech Solutions - Confidential Information</a:t>
            </a:r>
          </a:p>
        </p:txBody>
      </p:sp>
      <p:sp>
        <p:nvSpPr>
          <p:cNvPr id="6" name="Slide Number Placeholder 5">
            <a:extLst>
              <a:ext uri="{FF2B5EF4-FFF2-40B4-BE49-F238E27FC236}">
                <a16:creationId xmlns:a16="http://schemas.microsoft.com/office/drawing/2014/main" id="{0E76FCF2-F976-8BF9-AE0E-687431EC407D}"/>
              </a:ext>
            </a:extLst>
          </p:cNvPr>
          <p:cNvSpPr>
            <a:spLocks noGrp="1"/>
          </p:cNvSpPr>
          <p:nvPr>
            <p:ph type="sldNum" sz="quarter" idx="4"/>
          </p:nvPr>
        </p:nvSpPr>
        <p:spPr>
          <a:xfrm>
            <a:off x="8610600" y="6492875"/>
            <a:ext cx="2743200" cy="228600"/>
          </a:xfrm>
          <a:prstGeom prst="rect">
            <a:avLst/>
          </a:prstGeom>
        </p:spPr>
        <p:txBody>
          <a:bodyPr vert="horz" lIns="91440" tIns="45720" rIns="91440" bIns="45720" rtlCol="0" anchor="ctr"/>
          <a:lstStyle>
            <a:lvl1pPr algn="r">
              <a:defRPr sz="800">
                <a:solidFill>
                  <a:schemeClr val="tx1">
                    <a:tint val="75000"/>
                  </a:schemeClr>
                </a:solidFill>
              </a:defRPr>
            </a:lvl1pPr>
          </a:lstStyle>
          <a:p>
            <a:fld id="{BBF9D72B-2DE3-4987-A795-E311641A9A9D}" type="slidenum">
              <a:rPr lang="de-DE" smtClean="0"/>
              <a:pPr/>
              <a:t>‹#›</a:t>
            </a:fld>
            <a:endParaRPr lang="de-DE"/>
          </a:p>
        </p:txBody>
      </p:sp>
      <p:grpSp>
        <p:nvGrpSpPr>
          <p:cNvPr id="7" name="object 3">
            <a:extLst>
              <a:ext uri="{FF2B5EF4-FFF2-40B4-BE49-F238E27FC236}">
                <a16:creationId xmlns:a16="http://schemas.microsoft.com/office/drawing/2014/main" id="{9BAD754C-F71D-4B82-91E7-F6AC85CAB1EF}"/>
              </a:ext>
            </a:extLst>
          </p:cNvPr>
          <p:cNvGrpSpPr/>
          <p:nvPr userDrawn="1"/>
        </p:nvGrpSpPr>
        <p:grpSpPr>
          <a:xfrm flipV="1">
            <a:off x="855452" y="6369088"/>
            <a:ext cx="10515600" cy="107950"/>
            <a:chOff x="530834" y="3036061"/>
            <a:chExt cx="4490720" cy="41910"/>
          </a:xfrm>
        </p:grpSpPr>
        <p:sp>
          <p:nvSpPr>
            <p:cNvPr id="8" name="object 4">
              <a:extLst>
                <a:ext uri="{FF2B5EF4-FFF2-40B4-BE49-F238E27FC236}">
                  <a16:creationId xmlns:a16="http://schemas.microsoft.com/office/drawing/2014/main" id="{A1EA750F-B423-DDC5-E76C-1115C2E3220C}"/>
                </a:ext>
              </a:extLst>
            </p:cNvPr>
            <p:cNvSpPr/>
            <p:nvPr/>
          </p:nvSpPr>
          <p:spPr>
            <a:xfrm>
              <a:off x="551561" y="3054159"/>
              <a:ext cx="4448810" cy="5715"/>
            </a:xfrm>
            <a:custGeom>
              <a:avLst/>
              <a:gdLst/>
              <a:ahLst/>
              <a:cxnLst/>
              <a:rect l="l" t="t" r="r" b="b"/>
              <a:pathLst>
                <a:path w="4448810" h="5714">
                  <a:moveTo>
                    <a:pt x="4448721" y="0"/>
                  </a:moveTo>
                  <a:lnTo>
                    <a:pt x="0" y="0"/>
                  </a:lnTo>
                  <a:lnTo>
                    <a:pt x="0" y="5257"/>
                  </a:lnTo>
                  <a:lnTo>
                    <a:pt x="4448721" y="5257"/>
                  </a:lnTo>
                  <a:lnTo>
                    <a:pt x="4448721" y="0"/>
                  </a:lnTo>
                  <a:close/>
                </a:path>
              </a:pathLst>
            </a:custGeom>
            <a:solidFill>
              <a:srgbClr val="EBA94A"/>
            </a:solidFill>
          </p:spPr>
          <p:txBody>
            <a:bodyPr wrap="square" lIns="0" tIns="0" rIns="0" bIns="0" rtlCol="0"/>
            <a:lstStyle/>
            <a:p>
              <a:endParaRPr/>
            </a:p>
          </p:txBody>
        </p:sp>
        <p:sp>
          <p:nvSpPr>
            <p:cNvPr id="9" name="object 5">
              <a:extLst>
                <a:ext uri="{FF2B5EF4-FFF2-40B4-BE49-F238E27FC236}">
                  <a16:creationId xmlns:a16="http://schemas.microsoft.com/office/drawing/2014/main" id="{62FF94DC-B5A8-7A4B-52D7-3DC5C4D6C37B}"/>
                </a:ext>
              </a:extLst>
            </p:cNvPr>
            <p:cNvSpPr/>
            <p:nvPr/>
          </p:nvSpPr>
          <p:spPr>
            <a:xfrm>
              <a:off x="530834" y="3036061"/>
              <a:ext cx="4490720" cy="41910"/>
            </a:xfrm>
            <a:custGeom>
              <a:avLst/>
              <a:gdLst/>
              <a:ahLst/>
              <a:cxnLst/>
              <a:rect l="l" t="t" r="r" b="b"/>
              <a:pathLst>
                <a:path w="4490720" h="41910">
                  <a:moveTo>
                    <a:pt x="41452" y="0"/>
                  </a:moveTo>
                  <a:lnTo>
                    <a:pt x="0" y="0"/>
                  </a:lnTo>
                  <a:lnTo>
                    <a:pt x="0" y="41452"/>
                  </a:lnTo>
                  <a:lnTo>
                    <a:pt x="41452" y="41452"/>
                  </a:lnTo>
                  <a:lnTo>
                    <a:pt x="41452" y="0"/>
                  </a:lnTo>
                  <a:close/>
                </a:path>
                <a:path w="4490720" h="41910">
                  <a:moveTo>
                    <a:pt x="4490174" y="20739"/>
                  </a:moveTo>
                  <a:lnTo>
                    <a:pt x="4488535" y="12661"/>
                  </a:lnTo>
                  <a:lnTo>
                    <a:pt x="4484103" y="6070"/>
                  </a:lnTo>
                  <a:lnTo>
                    <a:pt x="4477512" y="1638"/>
                  </a:lnTo>
                  <a:lnTo>
                    <a:pt x="4469447" y="12"/>
                  </a:lnTo>
                  <a:lnTo>
                    <a:pt x="4461370" y="1638"/>
                  </a:lnTo>
                  <a:lnTo>
                    <a:pt x="4454779" y="6070"/>
                  </a:lnTo>
                  <a:lnTo>
                    <a:pt x="4450334" y="12661"/>
                  </a:lnTo>
                  <a:lnTo>
                    <a:pt x="4448708" y="20739"/>
                  </a:lnTo>
                  <a:lnTo>
                    <a:pt x="4450334" y="28803"/>
                  </a:lnTo>
                  <a:lnTo>
                    <a:pt x="4454779" y="35382"/>
                  </a:lnTo>
                  <a:lnTo>
                    <a:pt x="4461370" y="39827"/>
                  </a:lnTo>
                  <a:lnTo>
                    <a:pt x="4469447" y="41465"/>
                  </a:lnTo>
                  <a:lnTo>
                    <a:pt x="4477512" y="39827"/>
                  </a:lnTo>
                  <a:lnTo>
                    <a:pt x="4484103" y="35382"/>
                  </a:lnTo>
                  <a:lnTo>
                    <a:pt x="4488535" y="28803"/>
                  </a:lnTo>
                  <a:lnTo>
                    <a:pt x="4490174" y="20739"/>
                  </a:lnTo>
                  <a:close/>
                </a:path>
              </a:pathLst>
            </a:custGeom>
            <a:solidFill>
              <a:srgbClr val="86549F"/>
            </a:solidFill>
          </p:spPr>
          <p:txBody>
            <a:bodyPr wrap="square" lIns="0" tIns="0" rIns="0" bIns="0" rtlCol="0"/>
            <a:lstStyle/>
            <a:p>
              <a:endParaRPr/>
            </a:p>
          </p:txBody>
        </p:sp>
      </p:grpSp>
      <p:pic>
        <p:nvPicPr>
          <p:cNvPr id="10" name="Picture 9" descr="Icon&#10;&#10;Description automatically generated">
            <a:extLst>
              <a:ext uri="{FF2B5EF4-FFF2-40B4-BE49-F238E27FC236}">
                <a16:creationId xmlns:a16="http://schemas.microsoft.com/office/drawing/2014/main" id="{3891008C-DE7B-C75D-49A5-56FDD66FC95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304839" y="6297704"/>
            <a:ext cx="339396" cy="235993"/>
          </a:xfrm>
          <a:prstGeom prst="rect">
            <a:avLst/>
          </a:prstGeom>
        </p:spPr>
      </p:pic>
    </p:spTree>
    <p:extLst>
      <p:ext uri="{BB962C8B-B14F-4D97-AF65-F5344CB8AC3E}">
        <p14:creationId xmlns:p14="http://schemas.microsoft.com/office/powerpoint/2010/main" val="1494269703"/>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4400" kern="1200">
          <a:solidFill>
            <a:srgbClr val="143264"/>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43264"/>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43264"/>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43264"/>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43264"/>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4326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A27180-D59A-990C-1874-F7D4B1518899}"/>
              </a:ext>
            </a:extLst>
          </p:cNvPr>
          <p:cNvSpPr>
            <a:spLocks noGrp="1"/>
          </p:cNvSpPr>
          <p:nvPr>
            <p:ph type="title"/>
          </p:nvPr>
        </p:nvSpPr>
        <p:spPr>
          <a:xfrm>
            <a:off x="838200" y="365125"/>
            <a:ext cx="10515600" cy="773719"/>
          </a:xfrm>
          <a:prstGeom prst="rect">
            <a:avLst/>
          </a:prstGeom>
        </p:spPr>
        <p:txBody>
          <a:bodyPr vert="horz" lIns="91440" tIns="45720" rIns="91440" bIns="45720" rtlCol="0" anchor="ctr">
            <a:normAutofit/>
          </a:bodyPr>
          <a:lstStyle/>
          <a:p>
            <a:r>
              <a:rPr lang="en-US" dirty="0"/>
              <a:t>Click to edit Master title style</a:t>
            </a:r>
            <a:endParaRPr lang="de-DE" dirty="0"/>
          </a:p>
        </p:txBody>
      </p:sp>
      <p:sp>
        <p:nvSpPr>
          <p:cNvPr id="3" name="Text Placeholder 2">
            <a:extLst>
              <a:ext uri="{FF2B5EF4-FFF2-40B4-BE49-F238E27FC236}">
                <a16:creationId xmlns:a16="http://schemas.microsoft.com/office/drawing/2014/main" id="{FD4AA65F-2300-ED19-B146-8CB6250E37E4}"/>
              </a:ext>
            </a:extLst>
          </p:cNvPr>
          <p:cNvSpPr>
            <a:spLocks noGrp="1"/>
          </p:cNvSpPr>
          <p:nvPr>
            <p:ph type="body" idx="1"/>
          </p:nvPr>
        </p:nvSpPr>
        <p:spPr>
          <a:xfrm>
            <a:off x="838200" y="1483743"/>
            <a:ext cx="10515600" cy="473149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de-DE" dirty="0"/>
          </a:p>
        </p:txBody>
      </p:sp>
      <p:sp>
        <p:nvSpPr>
          <p:cNvPr id="4" name="Date Placeholder 3">
            <a:extLst>
              <a:ext uri="{FF2B5EF4-FFF2-40B4-BE49-F238E27FC236}">
                <a16:creationId xmlns:a16="http://schemas.microsoft.com/office/drawing/2014/main" id="{F664A137-892C-5DFB-8FD4-FFDC890D28A4}"/>
              </a:ext>
            </a:extLst>
          </p:cNvPr>
          <p:cNvSpPr>
            <a:spLocks noGrp="1"/>
          </p:cNvSpPr>
          <p:nvPr>
            <p:ph type="dt" sz="half" idx="2"/>
          </p:nvPr>
        </p:nvSpPr>
        <p:spPr>
          <a:xfrm>
            <a:off x="903987" y="6472425"/>
            <a:ext cx="2743200" cy="228600"/>
          </a:xfrm>
          <a:prstGeom prst="rect">
            <a:avLst/>
          </a:prstGeom>
        </p:spPr>
        <p:txBody>
          <a:bodyPr vert="horz" lIns="91440" tIns="45720" rIns="91440" bIns="45720" rtlCol="0" anchor="ctr"/>
          <a:lstStyle>
            <a:lvl1pPr algn="l">
              <a:defRPr sz="800">
                <a:solidFill>
                  <a:schemeClr val="tx1">
                    <a:tint val="75000"/>
                  </a:schemeClr>
                </a:solidFill>
              </a:defRPr>
            </a:lvl1pPr>
          </a:lstStyle>
          <a:p>
            <a:r>
              <a:rPr lang="en-US"/>
              <a:t>26.09.2022</a:t>
            </a:r>
            <a:endParaRPr lang="de-DE"/>
          </a:p>
        </p:txBody>
      </p:sp>
      <p:sp>
        <p:nvSpPr>
          <p:cNvPr id="5" name="Footer Placeholder 4">
            <a:extLst>
              <a:ext uri="{FF2B5EF4-FFF2-40B4-BE49-F238E27FC236}">
                <a16:creationId xmlns:a16="http://schemas.microsoft.com/office/drawing/2014/main" id="{1CF45688-684E-ABC2-E973-3ED1B3D21CC6}"/>
              </a:ext>
            </a:extLst>
          </p:cNvPr>
          <p:cNvSpPr>
            <a:spLocks noGrp="1"/>
          </p:cNvSpPr>
          <p:nvPr>
            <p:ph type="ftr" sz="quarter" idx="3"/>
          </p:nvPr>
        </p:nvSpPr>
        <p:spPr>
          <a:xfrm>
            <a:off x="4038600" y="6492875"/>
            <a:ext cx="4114800" cy="228600"/>
          </a:xfrm>
          <a:prstGeom prst="rect">
            <a:avLst/>
          </a:prstGeom>
        </p:spPr>
        <p:txBody>
          <a:bodyPr vert="horz" lIns="91440" tIns="45720" rIns="91440" bIns="45720" rtlCol="0" anchor="ctr"/>
          <a:lstStyle>
            <a:lvl1pPr algn="ctr">
              <a:defRPr sz="800">
                <a:solidFill>
                  <a:schemeClr val="tx1">
                    <a:tint val="75000"/>
                  </a:schemeClr>
                </a:solidFill>
              </a:defRPr>
            </a:lvl1pPr>
          </a:lstStyle>
          <a:p>
            <a:r>
              <a:rPr lang="en-US">
                <a:solidFill>
                  <a:schemeClr val="bg1">
                    <a:lumMod val="50000"/>
                  </a:schemeClr>
                </a:solidFill>
              </a:rPr>
              <a:t>SEITech Solutions - Confidential Information</a:t>
            </a:r>
          </a:p>
        </p:txBody>
      </p:sp>
      <p:sp>
        <p:nvSpPr>
          <p:cNvPr id="6" name="Slide Number Placeholder 5">
            <a:extLst>
              <a:ext uri="{FF2B5EF4-FFF2-40B4-BE49-F238E27FC236}">
                <a16:creationId xmlns:a16="http://schemas.microsoft.com/office/drawing/2014/main" id="{0E76FCF2-F976-8BF9-AE0E-687431EC407D}"/>
              </a:ext>
            </a:extLst>
          </p:cNvPr>
          <p:cNvSpPr>
            <a:spLocks noGrp="1"/>
          </p:cNvSpPr>
          <p:nvPr>
            <p:ph type="sldNum" sz="quarter" idx="4"/>
          </p:nvPr>
        </p:nvSpPr>
        <p:spPr>
          <a:xfrm>
            <a:off x="8610600" y="6492875"/>
            <a:ext cx="2743200" cy="228600"/>
          </a:xfrm>
          <a:prstGeom prst="rect">
            <a:avLst/>
          </a:prstGeom>
        </p:spPr>
        <p:txBody>
          <a:bodyPr vert="horz" lIns="91440" tIns="45720" rIns="91440" bIns="45720" rtlCol="0" anchor="ctr"/>
          <a:lstStyle>
            <a:lvl1pPr algn="r">
              <a:defRPr sz="800">
                <a:solidFill>
                  <a:schemeClr val="tx1">
                    <a:tint val="75000"/>
                  </a:schemeClr>
                </a:solidFill>
              </a:defRPr>
            </a:lvl1pPr>
          </a:lstStyle>
          <a:p>
            <a:fld id="{BBF9D72B-2DE3-4987-A795-E311641A9A9D}" type="slidenum">
              <a:rPr lang="de-DE" smtClean="0"/>
              <a:pPr/>
              <a:t>‹#›</a:t>
            </a:fld>
            <a:endParaRPr lang="de-DE"/>
          </a:p>
        </p:txBody>
      </p:sp>
      <p:grpSp>
        <p:nvGrpSpPr>
          <p:cNvPr id="7" name="object 3">
            <a:extLst>
              <a:ext uri="{FF2B5EF4-FFF2-40B4-BE49-F238E27FC236}">
                <a16:creationId xmlns:a16="http://schemas.microsoft.com/office/drawing/2014/main" id="{9BAD754C-F71D-4B82-91E7-F6AC85CAB1EF}"/>
              </a:ext>
            </a:extLst>
          </p:cNvPr>
          <p:cNvGrpSpPr/>
          <p:nvPr userDrawn="1"/>
        </p:nvGrpSpPr>
        <p:grpSpPr>
          <a:xfrm flipV="1">
            <a:off x="855452" y="6369088"/>
            <a:ext cx="10515600" cy="107950"/>
            <a:chOff x="530834" y="3036061"/>
            <a:chExt cx="4490720" cy="41910"/>
          </a:xfrm>
        </p:grpSpPr>
        <p:sp>
          <p:nvSpPr>
            <p:cNvPr id="8" name="object 4">
              <a:extLst>
                <a:ext uri="{FF2B5EF4-FFF2-40B4-BE49-F238E27FC236}">
                  <a16:creationId xmlns:a16="http://schemas.microsoft.com/office/drawing/2014/main" id="{A1EA750F-B423-DDC5-E76C-1115C2E3220C}"/>
                </a:ext>
              </a:extLst>
            </p:cNvPr>
            <p:cNvSpPr/>
            <p:nvPr/>
          </p:nvSpPr>
          <p:spPr>
            <a:xfrm>
              <a:off x="551561" y="3054159"/>
              <a:ext cx="4448810" cy="5715"/>
            </a:xfrm>
            <a:custGeom>
              <a:avLst/>
              <a:gdLst/>
              <a:ahLst/>
              <a:cxnLst/>
              <a:rect l="l" t="t" r="r" b="b"/>
              <a:pathLst>
                <a:path w="4448810" h="5714">
                  <a:moveTo>
                    <a:pt x="4448721" y="0"/>
                  </a:moveTo>
                  <a:lnTo>
                    <a:pt x="0" y="0"/>
                  </a:lnTo>
                  <a:lnTo>
                    <a:pt x="0" y="5257"/>
                  </a:lnTo>
                  <a:lnTo>
                    <a:pt x="4448721" y="5257"/>
                  </a:lnTo>
                  <a:lnTo>
                    <a:pt x="4448721" y="0"/>
                  </a:lnTo>
                  <a:close/>
                </a:path>
              </a:pathLst>
            </a:custGeom>
            <a:solidFill>
              <a:srgbClr val="EBA94A"/>
            </a:solidFill>
          </p:spPr>
          <p:txBody>
            <a:bodyPr wrap="square" lIns="0" tIns="0" rIns="0" bIns="0" rtlCol="0"/>
            <a:lstStyle/>
            <a:p>
              <a:endParaRPr/>
            </a:p>
          </p:txBody>
        </p:sp>
        <p:sp>
          <p:nvSpPr>
            <p:cNvPr id="9" name="object 5">
              <a:extLst>
                <a:ext uri="{FF2B5EF4-FFF2-40B4-BE49-F238E27FC236}">
                  <a16:creationId xmlns:a16="http://schemas.microsoft.com/office/drawing/2014/main" id="{62FF94DC-B5A8-7A4B-52D7-3DC5C4D6C37B}"/>
                </a:ext>
              </a:extLst>
            </p:cNvPr>
            <p:cNvSpPr/>
            <p:nvPr/>
          </p:nvSpPr>
          <p:spPr>
            <a:xfrm>
              <a:off x="530834" y="3036061"/>
              <a:ext cx="4490720" cy="41910"/>
            </a:xfrm>
            <a:custGeom>
              <a:avLst/>
              <a:gdLst/>
              <a:ahLst/>
              <a:cxnLst/>
              <a:rect l="l" t="t" r="r" b="b"/>
              <a:pathLst>
                <a:path w="4490720" h="41910">
                  <a:moveTo>
                    <a:pt x="41452" y="0"/>
                  </a:moveTo>
                  <a:lnTo>
                    <a:pt x="0" y="0"/>
                  </a:lnTo>
                  <a:lnTo>
                    <a:pt x="0" y="41452"/>
                  </a:lnTo>
                  <a:lnTo>
                    <a:pt x="41452" y="41452"/>
                  </a:lnTo>
                  <a:lnTo>
                    <a:pt x="41452" y="0"/>
                  </a:lnTo>
                  <a:close/>
                </a:path>
                <a:path w="4490720" h="41910">
                  <a:moveTo>
                    <a:pt x="4490174" y="20739"/>
                  </a:moveTo>
                  <a:lnTo>
                    <a:pt x="4488535" y="12661"/>
                  </a:lnTo>
                  <a:lnTo>
                    <a:pt x="4484103" y="6070"/>
                  </a:lnTo>
                  <a:lnTo>
                    <a:pt x="4477512" y="1638"/>
                  </a:lnTo>
                  <a:lnTo>
                    <a:pt x="4469447" y="12"/>
                  </a:lnTo>
                  <a:lnTo>
                    <a:pt x="4461370" y="1638"/>
                  </a:lnTo>
                  <a:lnTo>
                    <a:pt x="4454779" y="6070"/>
                  </a:lnTo>
                  <a:lnTo>
                    <a:pt x="4450334" y="12661"/>
                  </a:lnTo>
                  <a:lnTo>
                    <a:pt x="4448708" y="20739"/>
                  </a:lnTo>
                  <a:lnTo>
                    <a:pt x="4450334" y="28803"/>
                  </a:lnTo>
                  <a:lnTo>
                    <a:pt x="4454779" y="35382"/>
                  </a:lnTo>
                  <a:lnTo>
                    <a:pt x="4461370" y="39827"/>
                  </a:lnTo>
                  <a:lnTo>
                    <a:pt x="4469447" y="41465"/>
                  </a:lnTo>
                  <a:lnTo>
                    <a:pt x="4477512" y="39827"/>
                  </a:lnTo>
                  <a:lnTo>
                    <a:pt x="4484103" y="35382"/>
                  </a:lnTo>
                  <a:lnTo>
                    <a:pt x="4488535" y="28803"/>
                  </a:lnTo>
                  <a:lnTo>
                    <a:pt x="4490174" y="20739"/>
                  </a:lnTo>
                  <a:close/>
                </a:path>
              </a:pathLst>
            </a:custGeom>
            <a:solidFill>
              <a:srgbClr val="86549F"/>
            </a:solidFill>
          </p:spPr>
          <p:txBody>
            <a:bodyPr wrap="square" lIns="0" tIns="0" rIns="0" bIns="0" rtlCol="0"/>
            <a:lstStyle/>
            <a:p>
              <a:endParaRPr/>
            </a:p>
          </p:txBody>
        </p:sp>
      </p:grpSp>
      <p:pic>
        <p:nvPicPr>
          <p:cNvPr id="11" name="Picture 10" descr="Icon&#10;&#10;Description automatically generated">
            <a:extLst>
              <a:ext uri="{FF2B5EF4-FFF2-40B4-BE49-F238E27FC236}">
                <a16:creationId xmlns:a16="http://schemas.microsoft.com/office/drawing/2014/main" id="{8D055C46-9617-D790-5525-B7BCD3F2B17B}"/>
              </a:ext>
            </a:extLst>
          </p:cNvPr>
          <p:cNvPicPr>
            <a:picLocks noChangeAspect="1"/>
          </p:cNvPicPr>
          <p:nvPr userDrawn="1"/>
        </p:nvPicPr>
        <p:blipFill rotWithShape="1">
          <a:blip r:embed="rId14">
            <a:clrChange>
              <a:clrFrom>
                <a:srgbClr val="003267"/>
              </a:clrFrom>
              <a:clrTo>
                <a:srgbClr val="003267">
                  <a:alpha val="0"/>
                </a:srgbClr>
              </a:clrTo>
            </a:clrChange>
            <a:extLst>
              <a:ext uri="{28A0092B-C50C-407E-A947-70E740481C1C}">
                <a14:useLocalDpi xmlns:a14="http://schemas.microsoft.com/office/drawing/2010/main" val="0"/>
              </a:ext>
            </a:extLst>
          </a:blip>
          <a:srcRect l="17167" t="27196" r="16786" b="27099"/>
          <a:stretch/>
        </p:blipFill>
        <p:spPr>
          <a:xfrm>
            <a:off x="285219" y="6369088"/>
            <a:ext cx="357639" cy="252146"/>
          </a:xfrm>
          <a:prstGeom prst="rect">
            <a:avLst/>
          </a:prstGeom>
        </p:spPr>
      </p:pic>
    </p:spTree>
    <p:extLst>
      <p:ext uri="{BB962C8B-B14F-4D97-AF65-F5344CB8AC3E}">
        <p14:creationId xmlns:p14="http://schemas.microsoft.com/office/powerpoint/2010/main" val="378592934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4400" b="0" i="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26397"/>
      </p:ext>
    </p:extLst>
  </p:cSld>
  <p:clrMap bg1="lt1" tx1="dk1" bg2="lt2" tx2="dk2" accent1="accent1" accent2="accent2" accent3="accent3" accent4="accent4" accent5="accent5" accent6="accent6" hlink="hlink" folHlink="folHlink"/>
  <p:sldLayoutIdLst>
    <p:sldLayoutId id="2147483667"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FA7A70-0E55-8EBC-9E51-FA0718BD72BC}"/>
              </a:ext>
            </a:extLst>
          </p:cNvPr>
          <p:cNvSpPr/>
          <p:nvPr userDrawn="1"/>
        </p:nvSpPr>
        <p:spPr>
          <a:xfrm>
            <a:off x="0" y="0"/>
            <a:ext cx="3424335" cy="6858000"/>
          </a:xfrm>
          <a:prstGeom prst="rect">
            <a:avLst/>
          </a:prstGeom>
          <a:solidFill>
            <a:srgbClr val="143264"/>
          </a:solidFill>
          <a:ln>
            <a:solidFill>
              <a:srgbClr val="1432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le 6">
            <a:extLst>
              <a:ext uri="{FF2B5EF4-FFF2-40B4-BE49-F238E27FC236}">
                <a16:creationId xmlns:a16="http://schemas.microsoft.com/office/drawing/2014/main" id="{30BC1BC2-AAE1-5C4C-14D5-3338D4D840B7}"/>
              </a:ext>
            </a:extLst>
          </p:cNvPr>
          <p:cNvSpPr txBox="1">
            <a:spLocks/>
          </p:cNvSpPr>
          <p:nvPr userDrawn="1"/>
        </p:nvSpPr>
        <p:spPr>
          <a:xfrm>
            <a:off x="84090" y="2324587"/>
            <a:ext cx="3256153" cy="139211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a:solidFill>
                  <a:schemeClr val="bg1"/>
                </a:solidFill>
              </a:rPr>
              <a:t>“</a:t>
            </a:r>
            <a:r>
              <a:rPr lang="en-US" sz="2800" i="1">
                <a:solidFill>
                  <a:schemeClr val="bg1"/>
                </a:solidFill>
              </a:rPr>
              <a:t>Nothing great was ever achieved without enthusiasm</a:t>
            </a:r>
            <a:r>
              <a:rPr lang="en-US" sz="2800">
                <a:solidFill>
                  <a:schemeClr val="bg1"/>
                </a:solidFill>
              </a:rPr>
              <a:t>”</a:t>
            </a:r>
          </a:p>
        </p:txBody>
      </p:sp>
      <p:sp>
        <p:nvSpPr>
          <p:cNvPr id="10" name="TextBox 9">
            <a:extLst>
              <a:ext uri="{FF2B5EF4-FFF2-40B4-BE49-F238E27FC236}">
                <a16:creationId xmlns:a16="http://schemas.microsoft.com/office/drawing/2014/main" id="{D64F798F-787B-E515-5EFE-CF59959C0EAD}"/>
              </a:ext>
            </a:extLst>
          </p:cNvPr>
          <p:cNvSpPr txBox="1"/>
          <p:nvPr userDrawn="1"/>
        </p:nvSpPr>
        <p:spPr>
          <a:xfrm>
            <a:off x="235599" y="3819139"/>
            <a:ext cx="2369975" cy="276999"/>
          </a:xfrm>
          <a:prstGeom prst="rect">
            <a:avLst/>
          </a:prstGeom>
          <a:noFill/>
        </p:spPr>
        <p:txBody>
          <a:bodyPr wrap="square">
            <a:spAutoFit/>
          </a:bodyPr>
          <a:lstStyle/>
          <a:p>
            <a:r>
              <a:rPr lang="en-US" sz="1200" b="1">
                <a:solidFill>
                  <a:schemeClr val="bg1"/>
                </a:solidFill>
              </a:rPr>
              <a:t>Ralph Waldo Emerson</a:t>
            </a:r>
          </a:p>
        </p:txBody>
      </p:sp>
      <p:sp>
        <p:nvSpPr>
          <p:cNvPr id="11" name="Content Placeholder 7">
            <a:extLst>
              <a:ext uri="{FF2B5EF4-FFF2-40B4-BE49-F238E27FC236}">
                <a16:creationId xmlns:a16="http://schemas.microsoft.com/office/drawing/2014/main" id="{DA26B34B-27AF-72C2-1D56-D74AB3F90D22}"/>
              </a:ext>
            </a:extLst>
          </p:cNvPr>
          <p:cNvSpPr txBox="1">
            <a:spLocks/>
          </p:cNvSpPr>
          <p:nvPr userDrawn="1"/>
        </p:nvSpPr>
        <p:spPr>
          <a:xfrm>
            <a:off x="4156787" y="571500"/>
            <a:ext cx="6492240" cy="5257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300" b="1" kern="0">
                <a:solidFill>
                  <a:srgbClr val="245290"/>
                </a:solidFill>
                <a:cs typeface="Calibri"/>
                <a:sym typeface="Calibri"/>
              </a:rPr>
              <a:t>Thank You</a:t>
            </a:r>
            <a:endParaRPr lang="en-US" b="1">
              <a:solidFill>
                <a:srgbClr val="245290"/>
              </a:solidFill>
            </a:endParaRPr>
          </a:p>
        </p:txBody>
      </p:sp>
      <p:sp>
        <p:nvSpPr>
          <p:cNvPr id="12" name="Google Shape;571;p40">
            <a:extLst>
              <a:ext uri="{FF2B5EF4-FFF2-40B4-BE49-F238E27FC236}">
                <a16:creationId xmlns:a16="http://schemas.microsoft.com/office/drawing/2014/main" id="{5B620678-8271-0A46-BBFB-128546FE441F}"/>
              </a:ext>
            </a:extLst>
          </p:cNvPr>
          <p:cNvSpPr txBox="1">
            <a:spLocks/>
          </p:cNvSpPr>
          <p:nvPr userDrawn="1"/>
        </p:nvSpPr>
        <p:spPr>
          <a:xfrm>
            <a:off x="4826155" y="1804988"/>
            <a:ext cx="3445783" cy="2890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rgbClr val="2E7A40"/>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0"/>
              </a:spcBef>
              <a:spcAft>
                <a:spcPts val="0"/>
              </a:spcAft>
              <a:buClr>
                <a:srgbClr val="2E7A40"/>
              </a:buClr>
              <a:buSzPts val="1800"/>
              <a:buFont typeface="Arial"/>
              <a:buNone/>
              <a:tabLst/>
              <a:defRPr/>
            </a:pPr>
            <a:r>
              <a:rPr kumimoji="0" lang="en-US" sz="1800" b="0" i="0" u="none" strike="noStrike" kern="0" cap="none" spc="0" normalizeH="0" baseline="0" noProof="0">
                <a:ln>
                  <a:noFill/>
                </a:ln>
                <a:solidFill>
                  <a:srgbClr val="245290"/>
                </a:solidFill>
                <a:effectLst/>
                <a:uLnTx/>
                <a:uFillTx/>
                <a:latin typeface="Calibri"/>
                <a:cs typeface="Calibri"/>
                <a:sym typeface="Calibri"/>
              </a:rPr>
              <a:t>info@seitech-solutions.com</a:t>
            </a:r>
          </a:p>
        </p:txBody>
      </p:sp>
      <p:sp>
        <p:nvSpPr>
          <p:cNvPr id="13" name="Google Shape;572;p40">
            <a:extLst>
              <a:ext uri="{FF2B5EF4-FFF2-40B4-BE49-F238E27FC236}">
                <a16:creationId xmlns:a16="http://schemas.microsoft.com/office/drawing/2014/main" id="{F6B112EC-B38D-064A-FB14-66C6C443EAA4}"/>
              </a:ext>
            </a:extLst>
          </p:cNvPr>
          <p:cNvSpPr txBox="1">
            <a:spLocks/>
          </p:cNvSpPr>
          <p:nvPr userDrawn="1"/>
        </p:nvSpPr>
        <p:spPr>
          <a:xfrm>
            <a:off x="4826156" y="2185738"/>
            <a:ext cx="3445782" cy="288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2E7A40"/>
              </a:buClr>
              <a:buSzPts val="1800"/>
              <a:buFont typeface="Arial"/>
              <a:buNone/>
              <a:defRPr sz="1800" b="0" i="0" u="none" strike="noStrike" cap="none">
                <a:solidFill>
                  <a:schemeClr val="dk1"/>
                </a:solidFill>
                <a:latin typeface="Calibri"/>
                <a:ea typeface="Calibri"/>
                <a:cs typeface="Calibri"/>
                <a:sym typeface="Calibri"/>
              </a:defRPr>
            </a:lvl1pPr>
            <a:lvl2pPr marL="914400" marR="0" lvl="1" indent="-355600" algn="l" rtl="0">
              <a:lnSpc>
                <a:spcPct val="90000"/>
              </a:lnSpc>
              <a:spcBef>
                <a:spcPts val="500"/>
              </a:spcBef>
              <a:spcAft>
                <a:spcPts val="0"/>
              </a:spcAft>
              <a:buClr>
                <a:srgbClr val="2E7A40"/>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rgbClr val="2E7A40"/>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90000"/>
              </a:lnSpc>
              <a:spcBef>
                <a:spcPts val="500"/>
              </a:spcBef>
              <a:spcAft>
                <a:spcPts val="0"/>
              </a:spcAft>
              <a:buClr>
                <a:srgbClr val="2E7A40"/>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90000"/>
              </a:lnSpc>
              <a:spcBef>
                <a:spcPts val="0"/>
              </a:spcBef>
              <a:spcAft>
                <a:spcPts val="0"/>
              </a:spcAft>
              <a:buClr>
                <a:srgbClr val="2E7A40"/>
              </a:buClr>
              <a:buSzPts val="1800"/>
              <a:buFont typeface="Arial"/>
              <a:buNone/>
              <a:tabLst/>
              <a:defRPr/>
            </a:pPr>
            <a:r>
              <a:rPr kumimoji="0" lang="en-US" sz="1800" b="0" i="0" u="none" strike="noStrike" kern="0" cap="none" spc="0" normalizeH="0" baseline="0" noProof="0">
                <a:ln>
                  <a:noFill/>
                </a:ln>
                <a:solidFill>
                  <a:srgbClr val="245290"/>
                </a:solidFill>
                <a:effectLst/>
                <a:uLnTx/>
                <a:uFillTx/>
                <a:latin typeface="Calibri"/>
                <a:cs typeface="Calibri"/>
                <a:sym typeface="Calibri"/>
              </a:rPr>
              <a:t>www.seitech-solutions.com</a:t>
            </a:r>
          </a:p>
        </p:txBody>
      </p:sp>
      <p:pic>
        <p:nvPicPr>
          <p:cNvPr id="17" name="Picture 16">
            <a:extLst>
              <a:ext uri="{FF2B5EF4-FFF2-40B4-BE49-F238E27FC236}">
                <a16:creationId xmlns:a16="http://schemas.microsoft.com/office/drawing/2014/main" id="{71C9EB00-046E-021A-220B-B014B794C19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254655" y="1747588"/>
            <a:ext cx="571500" cy="876299"/>
          </a:xfrm>
          <a:prstGeom prst="rect">
            <a:avLst/>
          </a:prstGeom>
        </p:spPr>
      </p:pic>
      <p:pic>
        <p:nvPicPr>
          <p:cNvPr id="19" name="Picture 18" descr="Icon&#10;&#10;Description automatically generated">
            <a:extLst>
              <a:ext uri="{FF2B5EF4-FFF2-40B4-BE49-F238E27FC236}">
                <a16:creationId xmlns:a16="http://schemas.microsoft.com/office/drawing/2014/main" id="{E2E5A5FF-BCC4-FA20-2E5B-CC12B2A9E2B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037565" y="3429000"/>
            <a:ext cx="2191585" cy="1352939"/>
          </a:xfrm>
          <a:prstGeom prst="rect">
            <a:avLst/>
          </a:prstGeom>
        </p:spPr>
      </p:pic>
    </p:spTree>
    <p:extLst>
      <p:ext uri="{BB962C8B-B14F-4D97-AF65-F5344CB8AC3E}">
        <p14:creationId xmlns:p14="http://schemas.microsoft.com/office/powerpoint/2010/main" val="2231896430"/>
      </p:ext>
    </p:extLst>
  </p:cSld>
  <p:clrMap bg1="lt1" tx1="dk1" bg2="lt2" tx2="dk2" accent1="accent1" accent2="accent2" accent3="accent3" accent4="accent4" accent5="accent5" accent6="accent6" hlink="hlink" folHlink="folHlink"/>
  <p:sldLayoutIdLst>
    <p:sldLayoutId id="2147483669"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F2D64B-BF27-1F31-B25E-00154EF118A5}"/>
              </a:ext>
            </a:extLst>
          </p:cNvPr>
          <p:cNvSpPr>
            <a:spLocks noGrp="1"/>
          </p:cNvSpPr>
          <p:nvPr>
            <p:ph type="ftr" sz="quarter" idx="3"/>
          </p:nvPr>
        </p:nvSpPr>
        <p:spPr>
          <a:xfrm>
            <a:off x="4038600" y="6495691"/>
            <a:ext cx="4114800" cy="225784"/>
          </a:xfrm>
          <a:prstGeom prst="rect">
            <a:avLst/>
          </a:prstGeom>
        </p:spPr>
        <p:txBody>
          <a:bodyPr vert="horz" lIns="91440" tIns="45720" rIns="91440" bIns="45720" rtlCol="0" anchor="ctr"/>
          <a:lstStyle>
            <a:lvl1pPr algn="ctr">
              <a:defRPr sz="800">
                <a:solidFill>
                  <a:schemeClr val="tx1">
                    <a:tint val="75000"/>
                  </a:schemeClr>
                </a:solidFill>
              </a:defRPr>
            </a:lvl1pPr>
          </a:lstStyle>
          <a:p>
            <a:r>
              <a:rPr lang="de-DE"/>
              <a:t>SEITech Solutions - Confidential Information</a:t>
            </a:r>
          </a:p>
        </p:txBody>
      </p:sp>
      <p:grpSp>
        <p:nvGrpSpPr>
          <p:cNvPr id="7" name="object 3">
            <a:extLst>
              <a:ext uri="{FF2B5EF4-FFF2-40B4-BE49-F238E27FC236}">
                <a16:creationId xmlns:a16="http://schemas.microsoft.com/office/drawing/2014/main" id="{CF0FB904-2BD4-AF8F-3A99-85F949EBAF48}"/>
              </a:ext>
            </a:extLst>
          </p:cNvPr>
          <p:cNvGrpSpPr/>
          <p:nvPr userDrawn="1"/>
        </p:nvGrpSpPr>
        <p:grpSpPr>
          <a:xfrm flipV="1">
            <a:off x="838200" y="6330515"/>
            <a:ext cx="10515600" cy="107950"/>
            <a:chOff x="530834" y="3036061"/>
            <a:chExt cx="4490720" cy="41910"/>
          </a:xfrm>
        </p:grpSpPr>
        <p:sp>
          <p:nvSpPr>
            <p:cNvPr id="8" name="object 4">
              <a:extLst>
                <a:ext uri="{FF2B5EF4-FFF2-40B4-BE49-F238E27FC236}">
                  <a16:creationId xmlns:a16="http://schemas.microsoft.com/office/drawing/2014/main" id="{48FD9696-DCA7-4E38-2E4C-535ED51A3B7B}"/>
                </a:ext>
              </a:extLst>
            </p:cNvPr>
            <p:cNvSpPr/>
            <p:nvPr/>
          </p:nvSpPr>
          <p:spPr>
            <a:xfrm>
              <a:off x="551561" y="3054159"/>
              <a:ext cx="4448810" cy="5715"/>
            </a:xfrm>
            <a:custGeom>
              <a:avLst/>
              <a:gdLst/>
              <a:ahLst/>
              <a:cxnLst/>
              <a:rect l="l" t="t" r="r" b="b"/>
              <a:pathLst>
                <a:path w="4448810" h="5714">
                  <a:moveTo>
                    <a:pt x="4448721" y="0"/>
                  </a:moveTo>
                  <a:lnTo>
                    <a:pt x="0" y="0"/>
                  </a:lnTo>
                  <a:lnTo>
                    <a:pt x="0" y="5257"/>
                  </a:lnTo>
                  <a:lnTo>
                    <a:pt x="4448721" y="5257"/>
                  </a:lnTo>
                  <a:lnTo>
                    <a:pt x="4448721" y="0"/>
                  </a:lnTo>
                  <a:close/>
                </a:path>
              </a:pathLst>
            </a:custGeom>
            <a:solidFill>
              <a:srgbClr val="EBA94A"/>
            </a:solidFill>
          </p:spPr>
          <p:txBody>
            <a:bodyPr wrap="square" lIns="0" tIns="0" rIns="0" bIns="0" rtlCol="0"/>
            <a:lstStyle/>
            <a:p>
              <a:endParaRPr/>
            </a:p>
          </p:txBody>
        </p:sp>
        <p:sp>
          <p:nvSpPr>
            <p:cNvPr id="9" name="object 5">
              <a:extLst>
                <a:ext uri="{FF2B5EF4-FFF2-40B4-BE49-F238E27FC236}">
                  <a16:creationId xmlns:a16="http://schemas.microsoft.com/office/drawing/2014/main" id="{3047EDB1-14CD-D826-5341-CF49C9828FF9}"/>
                </a:ext>
              </a:extLst>
            </p:cNvPr>
            <p:cNvSpPr/>
            <p:nvPr/>
          </p:nvSpPr>
          <p:spPr>
            <a:xfrm>
              <a:off x="530834" y="3036061"/>
              <a:ext cx="4490720" cy="41910"/>
            </a:xfrm>
            <a:custGeom>
              <a:avLst/>
              <a:gdLst/>
              <a:ahLst/>
              <a:cxnLst/>
              <a:rect l="l" t="t" r="r" b="b"/>
              <a:pathLst>
                <a:path w="4490720" h="41910">
                  <a:moveTo>
                    <a:pt x="41452" y="0"/>
                  </a:moveTo>
                  <a:lnTo>
                    <a:pt x="0" y="0"/>
                  </a:lnTo>
                  <a:lnTo>
                    <a:pt x="0" y="41452"/>
                  </a:lnTo>
                  <a:lnTo>
                    <a:pt x="41452" y="41452"/>
                  </a:lnTo>
                  <a:lnTo>
                    <a:pt x="41452" y="0"/>
                  </a:lnTo>
                  <a:close/>
                </a:path>
                <a:path w="4490720" h="41910">
                  <a:moveTo>
                    <a:pt x="4490174" y="20739"/>
                  </a:moveTo>
                  <a:lnTo>
                    <a:pt x="4488535" y="12661"/>
                  </a:lnTo>
                  <a:lnTo>
                    <a:pt x="4484103" y="6070"/>
                  </a:lnTo>
                  <a:lnTo>
                    <a:pt x="4477512" y="1638"/>
                  </a:lnTo>
                  <a:lnTo>
                    <a:pt x="4469447" y="12"/>
                  </a:lnTo>
                  <a:lnTo>
                    <a:pt x="4461370" y="1638"/>
                  </a:lnTo>
                  <a:lnTo>
                    <a:pt x="4454779" y="6070"/>
                  </a:lnTo>
                  <a:lnTo>
                    <a:pt x="4450334" y="12661"/>
                  </a:lnTo>
                  <a:lnTo>
                    <a:pt x="4448708" y="20739"/>
                  </a:lnTo>
                  <a:lnTo>
                    <a:pt x="4450334" y="28803"/>
                  </a:lnTo>
                  <a:lnTo>
                    <a:pt x="4454779" y="35382"/>
                  </a:lnTo>
                  <a:lnTo>
                    <a:pt x="4461370" y="39827"/>
                  </a:lnTo>
                  <a:lnTo>
                    <a:pt x="4469447" y="41465"/>
                  </a:lnTo>
                  <a:lnTo>
                    <a:pt x="4477512" y="39827"/>
                  </a:lnTo>
                  <a:lnTo>
                    <a:pt x="4484103" y="35382"/>
                  </a:lnTo>
                  <a:lnTo>
                    <a:pt x="4488535" y="28803"/>
                  </a:lnTo>
                  <a:lnTo>
                    <a:pt x="4490174" y="20739"/>
                  </a:lnTo>
                  <a:close/>
                </a:path>
              </a:pathLst>
            </a:custGeom>
            <a:solidFill>
              <a:srgbClr val="86549F"/>
            </a:solidFill>
          </p:spPr>
          <p:txBody>
            <a:bodyPr wrap="square" lIns="0" tIns="0" rIns="0" bIns="0" rtlCol="0"/>
            <a:lstStyle/>
            <a:p>
              <a:endParaRPr/>
            </a:p>
          </p:txBody>
        </p:sp>
      </p:grpSp>
      <p:pic>
        <p:nvPicPr>
          <p:cNvPr id="10" name="Picture 9" descr="Icon&#10;&#10;Description automatically generated">
            <a:extLst>
              <a:ext uri="{FF2B5EF4-FFF2-40B4-BE49-F238E27FC236}">
                <a16:creationId xmlns:a16="http://schemas.microsoft.com/office/drawing/2014/main" id="{CA36AE03-A104-74C1-878B-6575EF48665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7268" y="326639"/>
            <a:ext cx="1058933" cy="736311"/>
          </a:xfrm>
          <a:prstGeom prst="rect">
            <a:avLst/>
          </a:prstGeom>
        </p:spPr>
      </p:pic>
    </p:spTree>
    <p:extLst>
      <p:ext uri="{BB962C8B-B14F-4D97-AF65-F5344CB8AC3E}">
        <p14:creationId xmlns:p14="http://schemas.microsoft.com/office/powerpoint/2010/main" val="254462431"/>
      </p:ext>
    </p:extLst>
  </p:cSld>
  <p:clrMap bg1="lt1" tx1="dk1" bg2="lt2" tx2="dk2" accent1="accent1" accent2="accent2" accent3="accent3" accent4="accent4" accent5="accent5" accent6="accent6" hlink="hlink" folHlink="folHlink"/>
  <p:sldLayoutIdLst>
    <p:sldLayoutId id="2147483653"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microsoft.com/office/2018/10/relationships/comments" Target="../comments/modernComment_15D_D1C0BC98.xml"/><Relationship Id="rId1" Type="http://schemas.openxmlformats.org/officeDocument/2006/relationships/slideLayout" Target="../slideLayouts/slideLayout11.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12" Type="http://schemas.microsoft.com/office/2007/relationships/diagramDrawing" Target="../diagrams/drawing5.xml"/><Relationship Id="rId2" Type="http://schemas.microsoft.com/office/2018/10/relationships/comments" Target="../comments/modernComment_15E_F5F11402.xml"/><Relationship Id="rId1" Type="http://schemas.openxmlformats.org/officeDocument/2006/relationships/slideLayout" Target="../slideLayouts/slideLayout11.xml"/><Relationship Id="rId6" Type="http://schemas.openxmlformats.org/officeDocument/2006/relationships/diagramColors" Target="../diagrams/colors4.xml"/><Relationship Id="rId11" Type="http://schemas.openxmlformats.org/officeDocument/2006/relationships/diagramColors" Target="../diagrams/colors5.xml"/><Relationship Id="rId5" Type="http://schemas.openxmlformats.org/officeDocument/2006/relationships/diagramQuickStyle" Target="../diagrams/quickStyle4.xml"/><Relationship Id="rId10" Type="http://schemas.openxmlformats.org/officeDocument/2006/relationships/diagramQuickStyle" Target="../diagrams/quickStyle5.xml"/><Relationship Id="rId4" Type="http://schemas.openxmlformats.org/officeDocument/2006/relationships/diagramLayout" Target="../diagrams/layout4.xml"/><Relationship Id="rId9" Type="http://schemas.openxmlformats.org/officeDocument/2006/relationships/diagramLayout" Target="../diagrams/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8" Type="http://schemas.microsoft.com/office/2007/relationships/diagramDrawing" Target="../diagrams/drawing6.xml"/><Relationship Id="rId13" Type="http://schemas.microsoft.com/office/2007/relationships/diagramDrawing" Target="../diagrams/drawing7.xml"/><Relationship Id="rId3" Type="http://schemas.microsoft.com/office/2018/10/relationships/comments" Target="../comments/modernComment_160_698F3109.xml"/><Relationship Id="rId7" Type="http://schemas.openxmlformats.org/officeDocument/2006/relationships/diagramColors" Target="../diagrams/colors6.xml"/><Relationship Id="rId12" Type="http://schemas.openxmlformats.org/officeDocument/2006/relationships/diagramColors" Target="../diagrams/colors7.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diagramQuickStyle" Target="../diagrams/quickStyle6.xml"/><Relationship Id="rId11" Type="http://schemas.openxmlformats.org/officeDocument/2006/relationships/diagramQuickStyle" Target="../diagrams/quickStyle7.xml"/><Relationship Id="rId5" Type="http://schemas.openxmlformats.org/officeDocument/2006/relationships/diagramLayout" Target="../diagrams/layout6.xml"/><Relationship Id="rId10" Type="http://schemas.openxmlformats.org/officeDocument/2006/relationships/diagramLayout" Target="../diagrams/layout7.xml"/><Relationship Id="rId4" Type="http://schemas.openxmlformats.org/officeDocument/2006/relationships/diagramData" Target="../diagrams/data6.xml"/><Relationship Id="rId9" Type="http://schemas.openxmlformats.org/officeDocument/2006/relationships/diagramData" Target="../diagrams/data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11.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11.xml"/><Relationship Id="rId3" Type="http://schemas.openxmlformats.org/officeDocument/2006/relationships/diagramData" Target="../diagrams/data10.xml"/><Relationship Id="rId7" Type="http://schemas.microsoft.com/office/2007/relationships/diagramDrawing" Target="../diagrams/drawing10.xml"/><Relationship Id="rId12" Type="http://schemas.microsoft.com/office/2007/relationships/diagramDrawing" Target="../diagrams/drawing11.xml"/><Relationship Id="rId2" Type="http://schemas.microsoft.com/office/2018/10/relationships/comments" Target="../comments/modernComment_163_BF0A134D.xml"/><Relationship Id="rId1" Type="http://schemas.openxmlformats.org/officeDocument/2006/relationships/slideLayout" Target="../slideLayouts/slideLayout11.xml"/><Relationship Id="rId6" Type="http://schemas.openxmlformats.org/officeDocument/2006/relationships/diagramColors" Target="../diagrams/colors10.xml"/><Relationship Id="rId11" Type="http://schemas.openxmlformats.org/officeDocument/2006/relationships/diagramColors" Target="../diagrams/colors11.xml"/><Relationship Id="rId5" Type="http://schemas.openxmlformats.org/officeDocument/2006/relationships/diagramQuickStyle" Target="../diagrams/quickStyle10.xml"/><Relationship Id="rId10" Type="http://schemas.openxmlformats.org/officeDocument/2006/relationships/diagramQuickStyle" Target="../diagrams/quickStyle11.xml"/><Relationship Id="rId4" Type="http://schemas.openxmlformats.org/officeDocument/2006/relationships/diagramLayout" Target="../diagrams/layout10.xml"/><Relationship Id="rId9" Type="http://schemas.openxmlformats.org/officeDocument/2006/relationships/diagramLayout" Target="../diagrams/layout11.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2.xml"/><Relationship Id="rId7" Type="http://schemas.microsoft.com/office/2007/relationships/diagramDrawing" Target="../diagrams/drawing12.xml"/><Relationship Id="rId2" Type="http://schemas.microsoft.com/office/2018/10/relationships/comments" Target="../comments/modernComment_164_8B3401AB.xml"/><Relationship Id="rId1" Type="http://schemas.openxmlformats.org/officeDocument/2006/relationships/slideLayout" Target="../slideLayouts/slideLayout2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13.xml"/><Relationship Id="rId7" Type="http://schemas.microsoft.com/office/2007/relationships/diagramDrawing" Target="../diagrams/drawing13.xml"/><Relationship Id="rId2" Type="http://schemas.microsoft.com/office/2018/10/relationships/comments" Target="../comments/modernComment_165_5EC5268F.xml"/><Relationship Id="rId1" Type="http://schemas.openxmlformats.org/officeDocument/2006/relationships/slideLayout" Target="../slideLayouts/slideLayout1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15.xml"/><Relationship Id="rId3" Type="http://schemas.openxmlformats.org/officeDocument/2006/relationships/diagramData" Target="../diagrams/data14.xml"/><Relationship Id="rId7" Type="http://schemas.microsoft.com/office/2007/relationships/diagramDrawing" Target="../diagrams/drawing14.xml"/><Relationship Id="rId12" Type="http://schemas.microsoft.com/office/2007/relationships/diagramDrawing" Target="../diagrams/drawing15.xml"/><Relationship Id="rId2" Type="http://schemas.microsoft.com/office/2018/10/relationships/comments" Target="../comments/modernComment_166_E14381CC.xml"/><Relationship Id="rId1" Type="http://schemas.openxmlformats.org/officeDocument/2006/relationships/slideLayout" Target="../slideLayouts/slideLayout11.xml"/><Relationship Id="rId6" Type="http://schemas.openxmlformats.org/officeDocument/2006/relationships/diagramColors" Target="../diagrams/colors14.xml"/><Relationship Id="rId11" Type="http://schemas.openxmlformats.org/officeDocument/2006/relationships/diagramColors" Target="../diagrams/colors15.xml"/><Relationship Id="rId5" Type="http://schemas.openxmlformats.org/officeDocument/2006/relationships/diagramQuickStyle" Target="../diagrams/quickStyle14.xml"/><Relationship Id="rId10" Type="http://schemas.openxmlformats.org/officeDocument/2006/relationships/diagramQuickStyle" Target="../diagrams/quickStyle15.xml"/><Relationship Id="rId4" Type="http://schemas.openxmlformats.org/officeDocument/2006/relationships/diagramLayout" Target="../diagrams/layout14.xml"/><Relationship Id="rId9" Type="http://schemas.openxmlformats.org/officeDocument/2006/relationships/diagramLayout" Target="../diagrams/layout15.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6.xml"/><Relationship Id="rId7" Type="http://schemas.openxmlformats.org/officeDocument/2006/relationships/image" Target="../media/image13.png"/><Relationship Id="rId2" Type="http://schemas.openxmlformats.org/officeDocument/2006/relationships/diagramData" Target="../diagrams/data16.xml"/><Relationship Id="rId1" Type="http://schemas.openxmlformats.org/officeDocument/2006/relationships/slideLayout" Target="../slideLayouts/slideLayout11.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4.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diagramData" Target="../diagrams/data17.xml"/><Relationship Id="rId7" Type="http://schemas.microsoft.com/office/2007/relationships/diagramDrawing" Target="../diagrams/drawing17.xml"/><Relationship Id="rId2" Type="http://schemas.microsoft.com/office/2018/10/relationships/comments" Target="../comments/modernComment_168_AFE66285.xml"/><Relationship Id="rId1" Type="http://schemas.openxmlformats.org/officeDocument/2006/relationships/slideLayout" Target="../slideLayouts/slideLayout11.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8" Type="http://schemas.openxmlformats.org/officeDocument/2006/relationships/diagramData" Target="../diagrams/data19.xml"/><Relationship Id="rId13" Type="http://schemas.openxmlformats.org/officeDocument/2006/relationships/image" Target="../media/image15.png"/><Relationship Id="rId3" Type="http://schemas.openxmlformats.org/officeDocument/2006/relationships/diagramData" Target="../diagrams/data18.xml"/><Relationship Id="rId7" Type="http://schemas.microsoft.com/office/2007/relationships/diagramDrawing" Target="../diagrams/drawing18.xml"/><Relationship Id="rId12" Type="http://schemas.microsoft.com/office/2007/relationships/diagramDrawing" Target="../diagrams/drawing19.xml"/><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diagramColors" Target="../diagrams/colors18.xml"/><Relationship Id="rId11" Type="http://schemas.openxmlformats.org/officeDocument/2006/relationships/diagramColors" Target="../diagrams/colors19.xml"/><Relationship Id="rId5" Type="http://schemas.openxmlformats.org/officeDocument/2006/relationships/diagramQuickStyle" Target="../diagrams/quickStyle18.xml"/><Relationship Id="rId10" Type="http://schemas.openxmlformats.org/officeDocument/2006/relationships/diagramQuickStyle" Target="../diagrams/quickStyle19.xml"/><Relationship Id="rId4" Type="http://schemas.openxmlformats.org/officeDocument/2006/relationships/diagramLayout" Target="../diagrams/layout18.xml"/><Relationship Id="rId9" Type="http://schemas.openxmlformats.org/officeDocument/2006/relationships/diagramLayout" Target="../diagrams/layout19.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21.xml"/><Relationship Id="rId3" Type="http://schemas.openxmlformats.org/officeDocument/2006/relationships/diagramLayout" Target="../diagrams/layout20.xml"/><Relationship Id="rId7" Type="http://schemas.openxmlformats.org/officeDocument/2006/relationships/diagramData" Target="../diagrams/data21.xml"/><Relationship Id="rId2" Type="http://schemas.openxmlformats.org/officeDocument/2006/relationships/diagramData" Target="../diagrams/data20.xml"/><Relationship Id="rId1" Type="http://schemas.openxmlformats.org/officeDocument/2006/relationships/slideLayout" Target="../slideLayouts/slideLayout11.xml"/><Relationship Id="rId6" Type="http://schemas.microsoft.com/office/2007/relationships/diagramDrawing" Target="../diagrams/drawing20.xml"/><Relationship Id="rId11" Type="http://schemas.microsoft.com/office/2007/relationships/diagramDrawing" Target="../diagrams/drawing21.xml"/><Relationship Id="rId5" Type="http://schemas.openxmlformats.org/officeDocument/2006/relationships/diagramColors" Target="../diagrams/colors20.xml"/><Relationship Id="rId10" Type="http://schemas.openxmlformats.org/officeDocument/2006/relationships/diagramColors" Target="../diagrams/colors21.xml"/><Relationship Id="rId4" Type="http://schemas.openxmlformats.org/officeDocument/2006/relationships/diagramQuickStyle" Target="../diagrams/quickStyle20.xml"/><Relationship Id="rId9" Type="http://schemas.openxmlformats.org/officeDocument/2006/relationships/diagramQuickStyle" Target="../diagrams/quickStyle2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11.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11.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11.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1.xml.rels><?xml version="1.0" encoding="UTF-8" standalone="yes"?>
<Relationships xmlns="http://schemas.openxmlformats.org/package/2006/relationships"><Relationship Id="rId8" Type="http://schemas.openxmlformats.org/officeDocument/2006/relationships/diagramLayout" Target="../diagrams/layout26.xml"/><Relationship Id="rId3" Type="http://schemas.openxmlformats.org/officeDocument/2006/relationships/diagramLayout" Target="../diagrams/layout25.xml"/><Relationship Id="rId7" Type="http://schemas.openxmlformats.org/officeDocument/2006/relationships/diagramData" Target="../diagrams/data26.xml"/><Relationship Id="rId2" Type="http://schemas.openxmlformats.org/officeDocument/2006/relationships/diagramData" Target="../diagrams/data25.xml"/><Relationship Id="rId1" Type="http://schemas.openxmlformats.org/officeDocument/2006/relationships/slideLayout" Target="../slideLayouts/slideLayout11.xml"/><Relationship Id="rId6" Type="http://schemas.microsoft.com/office/2007/relationships/diagramDrawing" Target="../diagrams/drawing25.xml"/><Relationship Id="rId11" Type="http://schemas.microsoft.com/office/2007/relationships/diagramDrawing" Target="../diagrams/drawing26.xml"/><Relationship Id="rId5" Type="http://schemas.openxmlformats.org/officeDocument/2006/relationships/diagramColors" Target="../diagrams/colors25.xml"/><Relationship Id="rId10" Type="http://schemas.openxmlformats.org/officeDocument/2006/relationships/diagramColors" Target="../diagrams/colors26.xml"/><Relationship Id="rId4" Type="http://schemas.openxmlformats.org/officeDocument/2006/relationships/diagramQuickStyle" Target="../diagrams/quickStyle25.xml"/><Relationship Id="rId9" Type="http://schemas.openxmlformats.org/officeDocument/2006/relationships/diagramQuickStyle" Target="../diagrams/quickStyle26.xml"/></Relationships>
</file>

<file path=ppt/slides/_rels/slide22.xml.rels><?xml version="1.0" encoding="UTF-8" standalone="yes"?>
<Relationships xmlns="http://schemas.openxmlformats.org/package/2006/relationships"><Relationship Id="rId8" Type="http://schemas.openxmlformats.org/officeDocument/2006/relationships/diagramLayout" Target="../diagrams/layout28.xml"/><Relationship Id="rId3" Type="http://schemas.openxmlformats.org/officeDocument/2006/relationships/diagramLayout" Target="../diagrams/layout27.xml"/><Relationship Id="rId7" Type="http://schemas.openxmlformats.org/officeDocument/2006/relationships/diagramData" Target="../diagrams/data28.xml"/><Relationship Id="rId2" Type="http://schemas.openxmlformats.org/officeDocument/2006/relationships/diagramData" Target="../diagrams/data27.xml"/><Relationship Id="rId1" Type="http://schemas.openxmlformats.org/officeDocument/2006/relationships/slideLayout" Target="../slideLayouts/slideLayout11.xml"/><Relationship Id="rId6" Type="http://schemas.microsoft.com/office/2007/relationships/diagramDrawing" Target="../diagrams/drawing27.xml"/><Relationship Id="rId11" Type="http://schemas.microsoft.com/office/2007/relationships/diagramDrawing" Target="../diagrams/drawing28.xml"/><Relationship Id="rId5" Type="http://schemas.openxmlformats.org/officeDocument/2006/relationships/diagramColors" Target="../diagrams/colors27.xml"/><Relationship Id="rId10" Type="http://schemas.openxmlformats.org/officeDocument/2006/relationships/diagramColors" Target="../diagrams/colors28.xml"/><Relationship Id="rId4" Type="http://schemas.openxmlformats.org/officeDocument/2006/relationships/diagramQuickStyle" Target="../diagrams/quickStyle27.xml"/><Relationship Id="rId9" Type="http://schemas.openxmlformats.org/officeDocument/2006/relationships/diagramQuickStyle" Target="../diagrams/quickStyle2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11.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microsoft.com/office/2018/10/relationships/comments" Target="../comments/modernComment_172_E199E34A.xml"/><Relationship Id="rId1" Type="http://schemas.openxmlformats.org/officeDocument/2006/relationships/slideLayout" Target="../slideLayouts/slideLayout11.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FA376AF-7451-2DF5-FAB2-B67E1A4AD31E}"/>
              </a:ext>
            </a:extLst>
          </p:cNvPr>
          <p:cNvSpPr>
            <a:spLocks noGrp="1"/>
          </p:cNvSpPr>
          <p:nvPr>
            <p:ph type="body" sz="quarter" idx="11"/>
          </p:nvPr>
        </p:nvSpPr>
        <p:spPr>
          <a:xfrm>
            <a:off x="352425" y="3333750"/>
            <a:ext cx="6505575" cy="723900"/>
          </a:xfrm>
        </p:spPr>
        <p:txBody>
          <a:bodyPr/>
          <a:lstStyle/>
          <a:p>
            <a:r>
              <a:rPr lang="en-US" sz="4400" dirty="0">
                <a:cs typeface="Calibri Light"/>
              </a:rPr>
              <a:t>Intro to Cyber Security</a:t>
            </a:r>
            <a:endParaRPr lang="de-DE" dirty="0"/>
          </a:p>
        </p:txBody>
      </p:sp>
      <p:sp>
        <p:nvSpPr>
          <p:cNvPr id="7" name="Text Placeholder 6">
            <a:extLst>
              <a:ext uri="{FF2B5EF4-FFF2-40B4-BE49-F238E27FC236}">
                <a16:creationId xmlns:a16="http://schemas.microsoft.com/office/drawing/2014/main" id="{DFBCE2FA-AD0E-CF29-6D4B-1C8FA8A6A8FB}"/>
              </a:ext>
            </a:extLst>
          </p:cNvPr>
          <p:cNvSpPr>
            <a:spLocks noGrp="1"/>
          </p:cNvSpPr>
          <p:nvPr>
            <p:ph type="body" sz="quarter" idx="12"/>
          </p:nvPr>
        </p:nvSpPr>
        <p:spPr/>
        <p:txBody>
          <a:bodyPr/>
          <a:lstStyle/>
          <a:p>
            <a:r>
              <a:rPr lang="en-US" dirty="0" err="1"/>
              <a:t>Mohie</a:t>
            </a:r>
            <a:r>
              <a:rPr lang="en-US" dirty="0"/>
              <a:t> </a:t>
            </a:r>
            <a:r>
              <a:rPr lang="en-US" dirty="0" err="1"/>
              <a:t>Eldean</a:t>
            </a:r>
            <a:r>
              <a:rPr lang="en-US" dirty="0"/>
              <a:t> Ehab </a:t>
            </a:r>
            <a:r>
              <a:rPr lang="en-US" dirty="0" err="1"/>
              <a:t>Badawy</a:t>
            </a:r>
            <a:endParaRPr lang="en-US" dirty="0"/>
          </a:p>
        </p:txBody>
      </p:sp>
      <p:sp>
        <p:nvSpPr>
          <p:cNvPr id="4" name="Picture Placeholder 3">
            <a:extLst>
              <a:ext uri="{FF2B5EF4-FFF2-40B4-BE49-F238E27FC236}">
                <a16:creationId xmlns:a16="http://schemas.microsoft.com/office/drawing/2014/main" id="{8831F8F5-520E-EDAA-78AD-92BB3C395ECB}"/>
              </a:ext>
            </a:extLst>
          </p:cNvPr>
          <p:cNvSpPr>
            <a:spLocks noGrp="1"/>
          </p:cNvSpPr>
          <p:nvPr>
            <p:ph type="pic" sz="quarter" idx="10"/>
          </p:nvPr>
        </p:nvSpPr>
        <p:spPr/>
      </p:sp>
      <p:pic>
        <p:nvPicPr>
          <p:cNvPr id="2" name="Picture 23" descr="Free Images : iot, technology, concept, city, transport, smart ...">
            <a:extLst>
              <a:ext uri="{FF2B5EF4-FFF2-40B4-BE49-F238E27FC236}">
                <a16:creationId xmlns:a16="http://schemas.microsoft.com/office/drawing/2014/main" id="{89E55944-DBAF-3C51-1BD6-36359F29AB93}"/>
              </a:ext>
            </a:extLst>
          </p:cNvPr>
          <p:cNvPicPr>
            <a:picLocks noChangeAspect="1"/>
          </p:cNvPicPr>
          <p:nvPr/>
        </p:nvPicPr>
        <p:blipFill rotWithShape="1">
          <a:blip r:embed="rId2"/>
          <a:srcRect l="26214" r="6833" b="-1"/>
          <a:stretch/>
        </p:blipFill>
        <p:spPr>
          <a:xfrm>
            <a:off x="5789610" y="-1"/>
            <a:ext cx="6402390" cy="6436311"/>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798055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14">
            <a:extLst>
              <a:ext uri="{FF2B5EF4-FFF2-40B4-BE49-F238E27FC236}">
                <a16:creationId xmlns:a16="http://schemas.microsoft.com/office/drawing/2014/main" id="{36796685-9122-5D20-D5F8-DBCCF923B5D3}"/>
              </a:ext>
            </a:extLst>
          </p:cNvPr>
          <p:cNvGraphicFramePr>
            <a:graphicFrameLocks noGrp="1"/>
          </p:cNvGraphicFramePr>
          <p:nvPr>
            <p:ph idx="1"/>
            <p:extLst>
              <p:ext uri="{D42A27DB-BD31-4B8C-83A1-F6EECF244321}">
                <p14:modId xmlns:p14="http://schemas.microsoft.com/office/powerpoint/2010/main" val="274267031"/>
              </p:ext>
            </p:extLst>
          </p:nvPr>
        </p:nvGraphicFramePr>
        <p:xfrm>
          <a:off x="838200" y="1433513"/>
          <a:ext cx="10515600" cy="4760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3">
            <a:extLst>
              <a:ext uri="{FF2B5EF4-FFF2-40B4-BE49-F238E27FC236}">
                <a16:creationId xmlns:a16="http://schemas.microsoft.com/office/drawing/2014/main" id="{30DD5B34-8DA2-4E01-A5FA-64E20F94A562}"/>
              </a:ext>
            </a:extLst>
          </p:cNvPr>
          <p:cNvSpPr>
            <a:spLocks noGrp="1"/>
          </p:cNvSpPr>
          <p:nvPr>
            <p:ph type="title"/>
          </p:nvPr>
        </p:nvSpPr>
        <p:spPr/>
        <p:txBody>
          <a:bodyPr>
            <a:normAutofit/>
          </a:bodyPr>
          <a:lstStyle/>
          <a:p>
            <a:r>
              <a:rPr lang="en-US" sz="4000" b="1" dirty="0">
                <a:cs typeface="Calibri Light"/>
              </a:rPr>
              <a:t>Agenda for today</a:t>
            </a:r>
            <a:endParaRPr lang="en-US" sz="4000" dirty="0"/>
          </a:p>
        </p:txBody>
      </p:sp>
      <p:sp>
        <p:nvSpPr>
          <p:cNvPr id="3" name="Footer Placeholder 2">
            <a:extLst>
              <a:ext uri="{FF2B5EF4-FFF2-40B4-BE49-F238E27FC236}">
                <a16:creationId xmlns:a16="http://schemas.microsoft.com/office/drawing/2014/main" id="{ABED483C-EC8F-4888-A642-D3243505C2AA}"/>
              </a:ext>
            </a:extLst>
          </p:cNvPr>
          <p:cNvSpPr>
            <a:spLocks noGrp="1"/>
          </p:cNvSpPr>
          <p:nvPr>
            <p:ph type="ftr" sz="quarter" idx="11"/>
          </p:nvPr>
        </p:nvSpPr>
        <p:spPr/>
        <p:txBody>
          <a:bodyPr/>
          <a:lstStyle/>
          <a:p>
            <a:r>
              <a:rPr lang="en-US" dirty="0"/>
              <a:t>SEITech Solutions - Confidential Information</a:t>
            </a:r>
          </a:p>
        </p:txBody>
      </p:sp>
    </p:spTree>
    <p:extLst>
      <p:ext uri="{BB962C8B-B14F-4D97-AF65-F5344CB8AC3E}">
        <p14:creationId xmlns:p14="http://schemas.microsoft.com/office/powerpoint/2010/main" val="1023050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698412-260D-26DB-2C20-643F63EC47A6}"/>
              </a:ext>
            </a:extLst>
          </p:cNvPr>
          <p:cNvSpPr>
            <a:spLocks noGrp="1"/>
          </p:cNvSpPr>
          <p:nvPr>
            <p:ph type="dt" sz="half" idx="10"/>
          </p:nvPr>
        </p:nvSpPr>
        <p:spPr/>
        <p:txBody>
          <a:bodyPr/>
          <a:lstStyle/>
          <a:p>
            <a:r>
              <a:rPr lang="en-US" dirty="0"/>
              <a:t>27.08.2023</a:t>
            </a:r>
            <a:endParaRPr lang="de-DE" dirty="0"/>
          </a:p>
        </p:txBody>
      </p:sp>
      <p:sp>
        <p:nvSpPr>
          <p:cNvPr id="3" name="Footer Placeholder 2">
            <a:extLst>
              <a:ext uri="{FF2B5EF4-FFF2-40B4-BE49-F238E27FC236}">
                <a16:creationId xmlns:a16="http://schemas.microsoft.com/office/drawing/2014/main" id="{8BEB41F4-B443-BFD7-B8AF-FE88E8374D20}"/>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E75C05A6-FCD4-B83F-1CB4-C03D9DF5F673}"/>
              </a:ext>
            </a:extLst>
          </p:cNvPr>
          <p:cNvSpPr>
            <a:spLocks noGrp="1"/>
          </p:cNvSpPr>
          <p:nvPr>
            <p:ph type="sldNum" sz="quarter" idx="12"/>
          </p:nvPr>
        </p:nvSpPr>
        <p:spPr/>
        <p:txBody>
          <a:bodyPr/>
          <a:lstStyle/>
          <a:p>
            <a:fld id="{BBF9D72B-2DE3-4987-A795-E311641A9A9D}" type="slidenum">
              <a:rPr lang="de-DE" smtClean="0"/>
              <a:t>3</a:t>
            </a:fld>
            <a:endParaRPr lang="de-DE"/>
          </a:p>
        </p:txBody>
      </p:sp>
      <p:graphicFrame>
        <p:nvGraphicFramePr>
          <p:cNvPr id="5" name="Diagram 4">
            <a:extLst>
              <a:ext uri="{FF2B5EF4-FFF2-40B4-BE49-F238E27FC236}">
                <a16:creationId xmlns:a16="http://schemas.microsoft.com/office/drawing/2014/main" id="{80C645D0-B7AC-BC98-659A-40EB3F48B67C}"/>
              </a:ext>
            </a:extLst>
          </p:cNvPr>
          <p:cNvGraphicFramePr/>
          <p:nvPr>
            <p:extLst>
              <p:ext uri="{D42A27DB-BD31-4B8C-83A1-F6EECF244321}">
                <p14:modId xmlns:p14="http://schemas.microsoft.com/office/powerpoint/2010/main" val="2671610704"/>
              </p:ext>
            </p:extLst>
          </p:nvPr>
        </p:nvGraphicFramePr>
        <p:xfrm>
          <a:off x="838200" y="257175"/>
          <a:ext cx="10515600" cy="14335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Content Placeholder 3">
            <a:extLst>
              <a:ext uri="{FF2B5EF4-FFF2-40B4-BE49-F238E27FC236}">
                <a16:creationId xmlns:a16="http://schemas.microsoft.com/office/drawing/2014/main" id="{BB0E914F-0E0A-EC88-81F8-567547CC28C3}"/>
              </a:ext>
            </a:extLst>
          </p:cNvPr>
          <p:cNvGraphicFramePr>
            <a:graphicFrameLocks/>
          </p:cNvGraphicFramePr>
          <p:nvPr>
            <p:extLst>
              <p:ext uri="{D42A27DB-BD31-4B8C-83A1-F6EECF244321}">
                <p14:modId xmlns:p14="http://schemas.microsoft.com/office/powerpoint/2010/main" val="428517726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519069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625994-ED3D-F8A7-5E53-3EC77C92BCF0}"/>
              </a:ext>
            </a:extLst>
          </p:cNvPr>
          <p:cNvSpPr>
            <a:spLocks noGrp="1"/>
          </p:cNvSpPr>
          <p:nvPr>
            <p:ph type="dt" sz="half" idx="10"/>
          </p:nvPr>
        </p:nvSpPr>
        <p:spPr/>
        <p:txBody>
          <a:bodyPr/>
          <a:lstStyle/>
          <a:p>
            <a:r>
              <a:rPr lang="en-US" dirty="0"/>
              <a:t>27.08.2023</a:t>
            </a:r>
            <a:endParaRPr lang="de-DE" dirty="0"/>
          </a:p>
        </p:txBody>
      </p:sp>
      <p:sp>
        <p:nvSpPr>
          <p:cNvPr id="3" name="Footer Placeholder 2">
            <a:extLst>
              <a:ext uri="{FF2B5EF4-FFF2-40B4-BE49-F238E27FC236}">
                <a16:creationId xmlns:a16="http://schemas.microsoft.com/office/drawing/2014/main" id="{C6D8D289-CC0E-E18D-A41C-A68D4DE27D96}"/>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D0EF613B-7EAF-0D98-A0D9-654E15CD5977}"/>
              </a:ext>
            </a:extLst>
          </p:cNvPr>
          <p:cNvSpPr>
            <a:spLocks noGrp="1"/>
          </p:cNvSpPr>
          <p:nvPr>
            <p:ph type="sldNum" sz="quarter" idx="12"/>
          </p:nvPr>
        </p:nvSpPr>
        <p:spPr/>
        <p:txBody>
          <a:bodyPr/>
          <a:lstStyle/>
          <a:p>
            <a:fld id="{BBF9D72B-2DE3-4987-A795-E311641A9A9D}" type="slidenum">
              <a:rPr lang="de-DE" smtClean="0"/>
              <a:t>4</a:t>
            </a:fld>
            <a:endParaRPr lang="de-DE"/>
          </a:p>
        </p:txBody>
      </p:sp>
      <p:graphicFrame>
        <p:nvGraphicFramePr>
          <p:cNvPr id="5" name="Diagram 4">
            <a:extLst>
              <a:ext uri="{FF2B5EF4-FFF2-40B4-BE49-F238E27FC236}">
                <a16:creationId xmlns:a16="http://schemas.microsoft.com/office/drawing/2014/main" id="{A6855DEA-A314-9432-E25A-FF1624511573}"/>
              </a:ext>
            </a:extLst>
          </p:cNvPr>
          <p:cNvGraphicFramePr/>
          <p:nvPr>
            <p:extLst>
              <p:ext uri="{D42A27DB-BD31-4B8C-83A1-F6EECF244321}">
                <p14:modId xmlns:p14="http://schemas.microsoft.com/office/powerpoint/2010/main" val="2382711872"/>
              </p:ext>
            </p:extLst>
          </p:nvPr>
        </p:nvGraphicFramePr>
        <p:xfrm>
          <a:off x="838200" y="213064"/>
          <a:ext cx="10515600" cy="14728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Content Placeholder 4">
            <a:extLst>
              <a:ext uri="{FF2B5EF4-FFF2-40B4-BE49-F238E27FC236}">
                <a16:creationId xmlns:a16="http://schemas.microsoft.com/office/drawing/2014/main" id="{819B9AD7-496A-E9B1-685C-1627BBC261F0}"/>
              </a:ext>
            </a:extLst>
          </p:cNvPr>
          <p:cNvGraphicFramePr>
            <a:graphicFrameLocks/>
          </p:cNvGraphicFramePr>
          <p:nvPr>
            <p:extLst>
              <p:ext uri="{D42A27DB-BD31-4B8C-83A1-F6EECF244321}">
                <p14:modId xmlns:p14="http://schemas.microsoft.com/office/powerpoint/2010/main" val="15683435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126217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78C059-8B12-5EF4-BDE3-CD90165C0965}"/>
              </a:ext>
            </a:extLst>
          </p:cNvPr>
          <p:cNvSpPr>
            <a:spLocks noGrp="1"/>
          </p:cNvSpPr>
          <p:nvPr>
            <p:ph type="dt" sz="half" idx="10"/>
          </p:nvPr>
        </p:nvSpPr>
        <p:spPr/>
        <p:txBody>
          <a:bodyPr/>
          <a:lstStyle/>
          <a:p>
            <a:r>
              <a:rPr lang="en-US" dirty="0"/>
              <a:t>27.08.2023</a:t>
            </a:r>
            <a:endParaRPr lang="de-DE" dirty="0"/>
          </a:p>
        </p:txBody>
      </p:sp>
      <p:sp>
        <p:nvSpPr>
          <p:cNvPr id="3" name="Footer Placeholder 2">
            <a:extLst>
              <a:ext uri="{FF2B5EF4-FFF2-40B4-BE49-F238E27FC236}">
                <a16:creationId xmlns:a16="http://schemas.microsoft.com/office/drawing/2014/main" id="{12FC6672-8952-20A4-2871-A123B8310C2E}"/>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893A06E2-E764-6C5A-C3E6-0506738C8801}"/>
              </a:ext>
            </a:extLst>
          </p:cNvPr>
          <p:cNvSpPr>
            <a:spLocks noGrp="1"/>
          </p:cNvSpPr>
          <p:nvPr>
            <p:ph type="sldNum" sz="quarter" idx="12"/>
          </p:nvPr>
        </p:nvSpPr>
        <p:spPr/>
        <p:txBody>
          <a:bodyPr/>
          <a:lstStyle/>
          <a:p>
            <a:fld id="{BBF9D72B-2DE3-4987-A795-E311641A9A9D}" type="slidenum">
              <a:rPr lang="de-DE" smtClean="0"/>
              <a:t>5</a:t>
            </a:fld>
            <a:endParaRPr lang="de-DE"/>
          </a:p>
        </p:txBody>
      </p:sp>
      <p:pic>
        <p:nvPicPr>
          <p:cNvPr id="5" name="Picture 2" descr="Comparison of the abstract development process of safety and security">
            <a:extLst>
              <a:ext uri="{FF2B5EF4-FFF2-40B4-BE49-F238E27FC236}">
                <a16:creationId xmlns:a16="http://schemas.microsoft.com/office/drawing/2014/main" id="{59C13FA6-A673-DB39-D9AD-41D443F0D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8955" y="0"/>
            <a:ext cx="8554089" cy="640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366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978975-0519-7088-6C26-10BB0F4D3D67}"/>
              </a:ext>
            </a:extLst>
          </p:cNvPr>
          <p:cNvSpPr>
            <a:spLocks noGrp="1"/>
          </p:cNvSpPr>
          <p:nvPr>
            <p:ph type="dt" sz="half" idx="10"/>
          </p:nvPr>
        </p:nvSpPr>
        <p:spPr/>
        <p:txBody>
          <a:bodyPr/>
          <a:lstStyle/>
          <a:p>
            <a:r>
              <a:rPr lang="en-US" dirty="0"/>
              <a:t>27.08.2023</a:t>
            </a:r>
            <a:endParaRPr lang="de-DE" dirty="0"/>
          </a:p>
        </p:txBody>
      </p:sp>
      <p:sp>
        <p:nvSpPr>
          <p:cNvPr id="3" name="Footer Placeholder 2">
            <a:extLst>
              <a:ext uri="{FF2B5EF4-FFF2-40B4-BE49-F238E27FC236}">
                <a16:creationId xmlns:a16="http://schemas.microsoft.com/office/drawing/2014/main" id="{01DABE25-69B4-C59A-FBEF-9CAB732DD580}"/>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57A7CBFD-903E-51C5-5279-9B792720A58D}"/>
              </a:ext>
            </a:extLst>
          </p:cNvPr>
          <p:cNvSpPr>
            <a:spLocks noGrp="1"/>
          </p:cNvSpPr>
          <p:nvPr>
            <p:ph type="sldNum" sz="quarter" idx="12"/>
          </p:nvPr>
        </p:nvSpPr>
        <p:spPr/>
        <p:txBody>
          <a:bodyPr/>
          <a:lstStyle/>
          <a:p>
            <a:fld id="{BBF9D72B-2DE3-4987-A795-E311641A9A9D}" type="slidenum">
              <a:rPr lang="de-DE" smtClean="0"/>
              <a:t>6</a:t>
            </a:fld>
            <a:endParaRPr lang="de-DE"/>
          </a:p>
        </p:txBody>
      </p:sp>
      <p:graphicFrame>
        <p:nvGraphicFramePr>
          <p:cNvPr id="5" name="Diagram 4">
            <a:extLst>
              <a:ext uri="{FF2B5EF4-FFF2-40B4-BE49-F238E27FC236}">
                <a16:creationId xmlns:a16="http://schemas.microsoft.com/office/drawing/2014/main" id="{55E9AD56-B40B-DFC7-1FA3-786DDF517EE9}"/>
              </a:ext>
            </a:extLst>
          </p:cNvPr>
          <p:cNvGraphicFramePr/>
          <p:nvPr>
            <p:extLst>
              <p:ext uri="{D42A27DB-BD31-4B8C-83A1-F6EECF244321}">
                <p14:modId xmlns:p14="http://schemas.microsoft.com/office/powerpoint/2010/main" val="1866314635"/>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6" name="Content Placeholder 4">
            <a:extLst>
              <a:ext uri="{FF2B5EF4-FFF2-40B4-BE49-F238E27FC236}">
                <a16:creationId xmlns:a16="http://schemas.microsoft.com/office/drawing/2014/main" id="{01BE9C4A-59F1-3785-EBE4-907BFFB7A77A}"/>
              </a:ext>
            </a:extLst>
          </p:cNvPr>
          <p:cNvGraphicFramePr>
            <a:graphicFrameLocks/>
          </p:cNvGraphicFramePr>
          <p:nvPr>
            <p:extLst>
              <p:ext uri="{D42A27DB-BD31-4B8C-83A1-F6EECF244321}">
                <p14:modId xmlns:p14="http://schemas.microsoft.com/office/powerpoint/2010/main" val="90827950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1770991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BA95AC-1DA0-DD7D-9E2F-2CD2EFB84283}"/>
              </a:ext>
            </a:extLst>
          </p:cNvPr>
          <p:cNvSpPr>
            <a:spLocks noGrp="1"/>
          </p:cNvSpPr>
          <p:nvPr>
            <p:ph type="dt" sz="half" idx="10"/>
          </p:nvPr>
        </p:nvSpPr>
        <p:spPr/>
        <p:txBody>
          <a:bodyPr/>
          <a:lstStyle/>
          <a:p>
            <a:r>
              <a:rPr lang="en-US" dirty="0"/>
              <a:t>27.08.2023</a:t>
            </a:r>
            <a:endParaRPr lang="de-DE" dirty="0"/>
          </a:p>
        </p:txBody>
      </p:sp>
      <p:sp>
        <p:nvSpPr>
          <p:cNvPr id="3" name="Footer Placeholder 2">
            <a:extLst>
              <a:ext uri="{FF2B5EF4-FFF2-40B4-BE49-F238E27FC236}">
                <a16:creationId xmlns:a16="http://schemas.microsoft.com/office/drawing/2014/main" id="{47589FD2-5E7D-98DE-B727-976638627A7F}"/>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18842995-B3AF-54C2-B54C-F8D9DE85882B}"/>
              </a:ext>
            </a:extLst>
          </p:cNvPr>
          <p:cNvSpPr>
            <a:spLocks noGrp="1"/>
          </p:cNvSpPr>
          <p:nvPr>
            <p:ph type="sldNum" sz="quarter" idx="12"/>
          </p:nvPr>
        </p:nvSpPr>
        <p:spPr/>
        <p:txBody>
          <a:bodyPr/>
          <a:lstStyle/>
          <a:p>
            <a:fld id="{BBF9D72B-2DE3-4987-A795-E311641A9A9D}" type="slidenum">
              <a:rPr lang="de-DE" smtClean="0"/>
              <a:t>7</a:t>
            </a:fld>
            <a:endParaRPr lang="de-DE"/>
          </a:p>
        </p:txBody>
      </p:sp>
      <p:pic>
        <p:nvPicPr>
          <p:cNvPr id="7" name="Picture 6">
            <a:extLst>
              <a:ext uri="{FF2B5EF4-FFF2-40B4-BE49-F238E27FC236}">
                <a16:creationId xmlns:a16="http://schemas.microsoft.com/office/drawing/2014/main" id="{623DD1D3-05B2-C516-7086-473692125784}"/>
              </a:ext>
            </a:extLst>
          </p:cNvPr>
          <p:cNvPicPr>
            <a:picLocks noChangeAspect="1"/>
          </p:cNvPicPr>
          <p:nvPr/>
        </p:nvPicPr>
        <p:blipFill>
          <a:blip r:embed="rId2"/>
          <a:stretch>
            <a:fillRect/>
          </a:stretch>
        </p:blipFill>
        <p:spPr>
          <a:xfrm>
            <a:off x="2237836" y="70969"/>
            <a:ext cx="7252393" cy="6312268"/>
          </a:xfrm>
          <a:prstGeom prst="rect">
            <a:avLst/>
          </a:prstGeom>
        </p:spPr>
      </p:pic>
    </p:spTree>
    <p:extLst>
      <p:ext uri="{BB962C8B-B14F-4D97-AF65-F5344CB8AC3E}">
        <p14:creationId xmlns:p14="http://schemas.microsoft.com/office/powerpoint/2010/main" val="2078673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4172BF-21F2-369F-7B12-CAAE50912014}"/>
              </a:ext>
            </a:extLst>
          </p:cNvPr>
          <p:cNvSpPr>
            <a:spLocks noGrp="1"/>
          </p:cNvSpPr>
          <p:nvPr>
            <p:ph type="dt" sz="half" idx="10"/>
          </p:nvPr>
        </p:nvSpPr>
        <p:spPr/>
        <p:txBody>
          <a:bodyPr/>
          <a:lstStyle/>
          <a:p>
            <a:r>
              <a:rPr lang="en-US" dirty="0"/>
              <a:t>27.08.2023</a:t>
            </a:r>
            <a:endParaRPr lang="de-DE" dirty="0"/>
          </a:p>
        </p:txBody>
      </p:sp>
      <p:sp>
        <p:nvSpPr>
          <p:cNvPr id="3" name="Footer Placeholder 2">
            <a:extLst>
              <a:ext uri="{FF2B5EF4-FFF2-40B4-BE49-F238E27FC236}">
                <a16:creationId xmlns:a16="http://schemas.microsoft.com/office/drawing/2014/main" id="{E34F8130-D4E9-0698-8A29-C9E63CD5DF10}"/>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87FAF1CC-3B5D-349E-8A87-A5F90D4C7102}"/>
              </a:ext>
            </a:extLst>
          </p:cNvPr>
          <p:cNvSpPr>
            <a:spLocks noGrp="1"/>
          </p:cNvSpPr>
          <p:nvPr>
            <p:ph type="sldNum" sz="quarter" idx="12"/>
          </p:nvPr>
        </p:nvSpPr>
        <p:spPr/>
        <p:txBody>
          <a:bodyPr/>
          <a:lstStyle/>
          <a:p>
            <a:fld id="{BBF9D72B-2DE3-4987-A795-E311641A9A9D}" type="slidenum">
              <a:rPr lang="de-DE" smtClean="0"/>
              <a:t>8</a:t>
            </a:fld>
            <a:endParaRPr lang="de-DE"/>
          </a:p>
        </p:txBody>
      </p:sp>
      <p:graphicFrame>
        <p:nvGraphicFramePr>
          <p:cNvPr id="5" name="Diagram 4">
            <a:extLst>
              <a:ext uri="{FF2B5EF4-FFF2-40B4-BE49-F238E27FC236}">
                <a16:creationId xmlns:a16="http://schemas.microsoft.com/office/drawing/2014/main" id="{69FD9CC7-5768-DAF4-7DEC-49C3BB090F72}"/>
              </a:ext>
            </a:extLst>
          </p:cNvPr>
          <p:cNvGraphicFramePr/>
          <p:nvPr>
            <p:extLst>
              <p:ext uri="{D42A27DB-BD31-4B8C-83A1-F6EECF244321}">
                <p14:modId xmlns:p14="http://schemas.microsoft.com/office/powerpoint/2010/main" val="919306954"/>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4">
            <a:extLst>
              <a:ext uri="{FF2B5EF4-FFF2-40B4-BE49-F238E27FC236}">
                <a16:creationId xmlns:a16="http://schemas.microsoft.com/office/drawing/2014/main" id="{C82DCA2E-ED34-6C1C-6C1E-FAB2F9FFBDDA}"/>
              </a:ext>
            </a:extLst>
          </p:cNvPr>
          <p:cNvGraphicFramePr>
            <a:graphicFrameLocks/>
          </p:cNvGraphicFramePr>
          <p:nvPr>
            <p:extLst>
              <p:ext uri="{D42A27DB-BD31-4B8C-83A1-F6EECF244321}">
                <p14:modId xmlns:p14="http://schemas.microsoft.com/office/powerpoint/2010/main" val="423522954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341537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910D7F-9126-71BD-68F7-AB79DFCBBB6F}"/>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D3B54B61-09BC-44B3-7679-AD57A6A738CC}"/>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DD444331-F87A-C212-47B1-B6B3EB6327AA}"/>
              </a:ext>
            </a:extLst>
          </p:cNvPr>
          <p:cNvSpPr>
            <a:spLocks noGrp="1"/>
          </p:cNvSpPr>
          <p:nvPr>
            <p:ph type="sldNum" sz="quarter" idx="12"/>
          </p:nvPr>
        </p:nvSpPr>
        <p:spPr/>
        <p:txBody>
          <a:bodyPr/>
          <a:lstStyle/>
          <a:p>
            <a:fld id="{BBF9D72B-2DE3-4987-A795-E311641A9A9D}" type="slidenum">
              <a:rPr lang="de-DE" smtClean="0"/>
              <a:t>9</a:t>
            </a:fld>
            <a:endParaRPr lang="de-DE"/>
          </a:p>
        </p:txBody>
      </p:sp>
      <p:graphicFrame>
        <p:nvGraphicFramePr>
          <p:cNvPr id="5" name="Diagram 4">
            <a:extLst>
              <a:ext uri="{FF2B5EF4-FFF2-40B4-BE49-F238E27FC236}">
                <a16:creationId xmlns:a16="http://schemas.microsoft.com/office/drawing/2014/main" id="{39F2F6B6-E788-C345-0271-E56F7BD5910E}"/>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Content Placeholder 4">
            <a:extLst>
              <a:ext uri="{FF2B5EF4-FFF2-40B4-BE49-F238E27FC236}">
                <a16:creationId xmlns:a16="http://schemas.microsoft.com/office/drawing/2014/main" id="{BA859362-592A-DD30-F89F-F063A1D0394F}"/>
              </a:ext>
            </a:extLst>
          </p:cNvPr>
          <p:cNvGraphicFramePr>
            <a:graphicFrameLocks/>
          </p:cNvGraphicFramePr>
          <p:nvPr>
            <p:extLst>
              <p:ext uri="{D42A27DB-BD31-4B8C-83A1-F6EECF244321}">
                <p14:modId xmlns:p14="http://schemas.microsoft.com/office/powerpoint/2010/main" val="10832779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20510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6E7A5C-D612-55CC-99F9-FB5CF4F9C906}"/>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EA53CB6B-BD03-F274-FBA9-083D699734AE}"/>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69A788DD-E8CA-255B-EB57-18D40C53427C}"/>
              </a:ext>
            </a:extLst>
          </p:cNvPr>
          <p:cNvSpPr>
            <a:spLocks noGrp="1"/>
          </p:cNvSpPr>
          <p:nvPr>
            <p:ph type="sldNum" sz="quarter" idx="12"/>
          </p:nvPr>
        </p:nvSpPr>
        <p:spPr/>
        <p:txBody>
          <a:bodyPr/>
          <a:lstStyle/>
          <a:p>
            <a:fld id="{BBF9D72B-2DE3-4987-A795-E311641A9A9D}" type="slidenum">
              <a:rPr lang="de-DE" smtClean="0"/>
              <a:t>10</a:t>
            </a:fld>
            <a:endParaRPr lang="de-DE"/>
          </a:p>
        </p:txBody>
      </p:sp>
      <p:graphicFrame>
        <p:nvGraphicFramePr>
          <p:cNvPr id="5" name="Diagram 4">
            <a:extLst>
              <a:ext uri="{FF2B5EF4-FFF2-40B4-BE49-F238E27FC236}">
                <a16:creationId xmlns:a16="http://schemas.microsoft.com/office/drawing/2014/main" id="{9D13DADF-87B4-FFAF-E551-6E68E89351AC}"/>
              </a:ext>
            </a:extLst>
          </p:cNvPr>
          <p:cNvGraphicFramePr/>
          <p:nvPr>
            <p:extLst>
              <p:ext uri="{D42A27DB-BD31-4B8C-83A1-F6EECF244321}">
                <p14:modId xmlns:p14="http://schemas.microsoft.com/office/powerpoint/2010/main" val="302553598"/>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2" descr="image">
            <a:extLst>
              <a:ext uri="{FF2B5EF4-FFF2-40B4-BE49-F238E27FC236}">
                <a16:creationId xmlns:a16="http://schemas.microsoft.com/office/drawing/2014/main" id="{B158D64F-AAD9-1BB8-C551-4C915EA5038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4108" y="1825625"/>
            <a:ext cx="4343783"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5441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49289-431F-5174-6188-3A3A09780A79}"/>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FE6E8731-43F7-EEBD-B83F-1C070A0655FF}"/>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07A4BD48-26E1-01F3-54F0-2A9BF37B1FFD}"/>
              </a:ext>
            </a:extLst>
          </p:cNvPr>
          <p:cNvSpPr>
            <a:spLocks noGrp="1"/>
          </p:cNvSpPr>
          <p:nvPr>
            <p:ph type="sldNum" sz="quarter" idx="12"/>
          </p:nvPr>
        </p:nvSpPr>
        <p:spPr/>
        <p:txBody>
          <a:bodyPr/>
          <a:lstStyle/>
          <a:p>
            <a:fld id="{BBF9D72B-2DE3-4987-A795-E311641A9A9D}" type="slidenum">
              <a:rPr lang="de-DE" smtClean="0"/>
              <a:t>11</a:t>
            </a:fld>
            <a:endParaRPr lang="de-DE"/>
          </a:p>
        </p:txBody>
      </p:sp>
      <p:graphicFrame>
        <p:nvGraphicFramePr>
          <p:cNvPr id="5" name="Diagram 4">
            <a:extLst>
              <a:ext uri="{FF2B5EF4-FFF2-40B4-BE49-F238E27FC236}">
                <a16:creationId xmlns:a16="http://schemas.microsoft.com/office/drawing/2014/main" id="{27D94D4C-2BCE-F616-3BA3-63E6155E9B35}"/>
              </a:ext>
            </a:extLst>
          </p:cNvPr>
          <p:cNvGraphicFramePr/>
          <p:nvPr>
            <p:extLst>
              <p:ext uri="{D42A27DB-BD31-4B8C-83A1-F6EECF244321}">
                <p14:modId xmlns:p14="http://schemas.microsoft.com/office/powerpoint/2010/main" val="674244539"/>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2" descr="image">
            <a:extLst>
              <a:ext uri="{FF2B5EF4-FFF2-40B4-BE49-F238E27FC236}">
                <a16:creationId xmlns:a16="http://schemas.microsoft.com/office/drawing/2014/main" id="{01074C6C-45C7-B92E-3DF6-99481650CC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9184" y="2089403"/>
            <a:ext cx="10448142" cy="4231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97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EF4C09-D73D-9E3D-AE6B-5713C02236D0}"/>
              </a:ext>
            </a:extLst>
          </p:cNvPr>
          <p:cNvSpPr>
            <a:spLocks noGrp="1"/>
          </p:cNvSpPr>
          <p:nvPr>
            <p:ph type="dt" sz="half" idx="10"/>
          </p:nvPr>
        </p:nvSpPr>
        <p:spPr/>
        <p:txBody>
          <a:bodyPr/>
          <a:lstStyle/>
          <a:p>
            <a:r>
              <a:rPr lang="en-US" dirty="0"/>
              <a:t>27.08.2023</a:t>
            </a:r>
            <a:endParaRPr lang="de-DE" dirty="0"/>
          </a:p>
        </p:txBody>
      </p:sp>
      <p:sp>
        <p:nvSpPr>
          <p:cNvPr id="3" name="Footer Placeholder 2">
            <a:extLst>
              <a:ext uri="{FF2B5EF4-FFF2-40B4-BE49-F238E27FC236}">
                <a16:creationId xmlns:a16="http://schemas.microsoft.com/office/drawing/2014/main" id="{5EB5FF15-8E3F-FF1A-3445-73E1B669834C}"/>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2188C7AA-C321-605B-9548-AC476F590970}"/>
              </a:ext>
            </a:extLst>
          </p:cNvPr>
          <p:cNvSpPr>
            <a:spLocks noGrp="1"/>
          </p:cNvSpPr>
          <p:nvPr>
            <p:ph type="sldNum" sz="quarter" idx="12"/>
          </p:nvPr>
        </p:nvSpPr>
        <p:spPr/>
        <p:txBody>
          <a:bodyPr/>
          <a:lstStyle/>
          <a:p>
            <a:fld id="{BBF9D72B-2DE3-4987-A795-E311641A9A9D}" type="slidenum">
              <a:rPr lang="de-DE" smtClean="0"/>
              <a:t>12</a:t>
            </a:fld>
            <a:endParaRPr lang="de-DE"/>
          </a:p>
        </p:txBody>
      </p:sp>
      <p:graphicFrame>
        <p:nvGraphicFramePr>
          <p:cNvPr id="5" name="Diagram 4">
            <a:extLst>
              <a:ext uri="{FF2B5EF4-FFF2-40B4-BE49-F238E27FC236}">
                <a16:creationId xmlns:a16="http://schemas.microsoft.com/office/drawing/2014/main" id="{8282E90F-2528-F4C7-11AD-EEA692E16D30}"/>
              </a:ext>
            </a:extLst>
          </p:cNvPr>
          <p:cNvGraphicFramePr/>
          <p:nvPr>
            <p:extLst>
              <p:ext uri="{D42A27DB-BD31-4B8C-83A1-F6EECF244321}">
                <p14:modId xmlns:p14="http://schemas.microsoft.com/office/powerpoint/2010/main" val="2084878441"/>
              </p:ext>
            </p:extLst>
          </p:nvPr>
        </p:nvGraphicFramePr>
        <p:xfrm>
          <a:off x="838200" y="115412"/>
          <a:ext cx="10515600" cy="15752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Content Placeholder 4">
            <a:extLst>
              <a:ext uri="{FF2B5EF4-FFF2-40B4-BE49-F238E27FC236}">
                <a16:creationId xmlns:a16="http://schemas.microsoft.com/office/drawing/2014/main" id="{B7B2A63C-48C0-55B6-354F-4A32A3317CBF}"/>
              </a:ext>
            </a:extLst>
          </p:cNvPr>
          <p:cNvGraphicFramePr>
            <a:graphicFrameLocks/>
          </p:cNvGraphicFramePr>
          <p:nvPr>
            <p:extLst>
              <p:ext uri="{D42A27DB-BD31-4B8C-83A1-F6EECF244321}">
                <p14:modId xmlns:p14="http://schemas.microsoft.com/office/powerpoint/2010/main" val="6668837"/>
              </p:ext>
            </p:extLst>
          </p:nvPr>
        </p:nvGraphicFramePr>
        <p:xfrm>
          <a:off x="838200" y="1690690"/>
          <a:ext cx="10106025" cy="468153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779297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FC3401-45C8-E4DB-1117-3D4E5ADFA745}"/>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C3E95501-A164-572E-1301-6B0FD6E07C06}"/>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EC9EFBE5-6F99-10B6-7E47-170C170EFFA4}"/>
              </a:ext>
            </a:extLst>
          </p:cNvPr>
          <p:cNvSpPr>
            <a:spLocks noGrp="1"/>
          </p:cNvSpPr>
          <p:nvPr>
            <p:ph type="sldNum" sz="quarter" idx="12"/>
          </p:nvPr>
        </p:nvSpPr>
        <p:spPr/>
        <p:txBody>
          <a:bodyPr/>
          <a:lstStyle/>
          <a:p>
            <a:fld id="{BBF9D72B-2DE3-4987-A795-E311641A9A9D}" type="slidenum">
              <a:rPr lang="de-DE" smtClean="0"/>
              <a:t>13</a:t>
            </a:fld>
            <a:endParaRPr lang="de-DE"/>
          </a:p>
        </p:txBody>
      </p:sp>
      <p:graphicFrame>
        <p:nvGraphicFramePr>
          <p:cNvPr id="5" name="Diagram 4">
            <a:extLst>
              <a:ext uri="{FF2B5EF4-FFF2-40B4-BE49-F238E27FC236}">
                <a16:creationId xmlns:a16="http://schemas.microsoft.com/office/drawing/2014/main" id="{4B9D7699-7E16-1B87-4062-7C625AF2AC54}"/>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C85931CA-2D31-177B-5430-7AF0FDA53C3D}"/>
              </a:ext>
            </a:extLst>
          </p:cNvPr>
          <p:cNvPicPr>
            <a:picLocks noChangeAspect="1"/>
          </p:cNvPicPr>
          <p:nvPr/>
        </p:nvPicPr>
        <p:blipFill>
          <a:blip r:embed="rId7"/>
          <a:stretch>
            <a:fillRect/>
          </a:stretch>
        </p:blipFill>
        <p:spPr>
          <a:xfrm>
            <a:off x="253013" y="1818118"/>
            <a:ext cx="11685973" cy="4409648"/>
          </a:xfrm>
          <a:prstGeom prst="rect">
            <a:avLst/>
          </a:prstGeom>
        </p:spPr>
      </p:pic>
    </p:spTree>
    <p:extLst>
      <p:ext uri="{BB962C8B-B14F-4D97-AF65-F5344CB8AC3E}">
        <p14:creationId xmlns:p14="http://schemas.microsoft.com/office/powerpoint/2010/main" val="397756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AFCD11-6649-3A5D-26C7-036EA6FBBB59}"/>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739FD1F6-4328-C68D-4C48-2F71919CB1AA}"/>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BA940B8F-E240-DBEA-6790-552F43941BEB}"/>
              </a:ext>
            </a:extLst>
          </p:cNvPr>
          <p:cNvSpPr>
            <a:spLocks noGrp="1"/>
          </p:cNvSpPr>
          <p:nvPr>
            <p:ph type="sldNum" sz="quarter" idx="12"/>
          </p:nvPr>
        </p:nvSpPr>
        <p:spPr/>
        <p:txBody>
          <a:bodyPr/>
          <a:lstStyle/>
          <a:p>
            <a:fld id="{BBF9D72B-2DE3-4987-A795-E311641A9A9D}" type="slidenum">
              <a:rPr lang="de-DE" smtClean="0"/>
              <a:t>14</a:t>
            </a:fld>
            <a:endParaRPr lang="de-DE"/>
          </a:p>
        </p:txBody>
      </p:sp>
      <p:graphicFrame>
        <p:nvGraphicFramePr>
          <p:cNvPr id="5" name="Diagram 4">
            <a:extLst>
              <a:ext uri="{FF2B5EF4-FFF2-40B4-BE49-F238E27FC236}">
                <a16:creationId xmlns:a16="http://schemas.microsoft.com/office/drawing/2014/main" id="{61EE2AEA-8C2B-8E53-D748-4054B417938A}"/>
              </a:ext>
            </a:extLst>
          </p:cNvPr>
          <p:cNvGraphicFramePr/>
          <p:nvPr>
            <p:extLst>
              <p:ext uri="{D42A27DB-BD31-4B8C-83A1-F6EECF244321}">
                <p14:modId xmlns:p14="http://schemas.microsoft.com/office/powerpoint/2010/main" val="3285098783"/>
              </p:ext>
            </p:extLst>
          </p:nvPr>
        </p:nvGraphicFramePr>
        <p:xfrm>
          <a:off x="1140040" y="72163"/>
          <a:ext cx="9554378" cy="11321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2">
            <a:extLst>
              <a:ext uri="{FF2B5EF4-FFF2-40B4-BE49-F238E27FC236}">
                <a16:creationId xmlns:a16="http://schemas.microsoft.com/office/drawing/2014/main" id="{6B255880-6A55-6363-C7B2-36DD5A26D69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8509" y="1439189"/>
            <a:ext cx="5973931" cy="4891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11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A272C1-C929-9B99-950E-D3BAC50B2DF9}"/>
              </a:ext>
            </a:extLst>
          </p:cNvPr>
          <p:cNvSpPr>
            <a:spLocks noGrp="1"/>
          </p:cNvSpPr>
          <p:nvPr>
            <p:ph sz="quarter" idx="10"/>
          </p:nvPr>
        </p:nvSpPr>
        <p:spPr>
          <a:xfrm>
            <a:off x="1035169" y="3813025"/>
            <a:ext cx="5427775" cy="1593475"/>
          </a:xfrm>
        </p:spPr>
        <p:txBody>
          <a:bodyPr/>
          <a:lstStyle/>
          <a:p>
            <a:r>
              <a:rPr lang="en-US" sz="5600" dirty="0"/>
              <a:t>BREAK….</a:t>
            </a:r>
          </a:p>
        </p:txBody>
      </p:sp>
    </p:spTree>
    <p:extLst>
      <p:ext uri="{BB962C8B-B14F-4D97-AF65-F5344CB8AC3E}">
        <p14:creationId xmlns:p14="http://schemas.microsoft.com/office/powerpoint/2010/main" val="3695946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DE8338-1CE7-5758-DF56-C8B47CC7FF22}"/>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277D3B5A-D51F-9EAB-1A3A-1D83D81B8C84}"/>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3F1BACE4-3D7A-682A-0EDF-3F1CC4B95556}"/>
              </a:ext>
            </a:extLst>
          </p:cNvPr>
          <p:cNvSpPr>
            <a:spLocks noGrp="1"/>
          </p:cNvSpPr>
          <p:nvPr>
            <p:ph type="sldNum" sz="quarter" idx="12"/>
          </p:nvPr>
        </p:nvSpPr>
        <p:spPr/>
        <p:txBody>
          <a:bodyPr/>
          <a:lstStyle/>
          <a:p>
            <a:fld id="{BBF9D72B-2DE3-4987-A795-E311641A9A9D}" type="slidenum">
              <a:rPr lang="de-DE" smtClean="0"/>
              <a:t>16</a:t>
            </a:fld>
            <a:endParaRPr lang="de-DE"/>
          </a:p>
        </p:txBody>
      </p:sp>
      <p:graphicFrame>
        <p:nvGraphicFramePr>
          <p:cNvPr id="5" name="Diagram 4">
            <a:extLst>
              <a:ext uri="{FF2B5EF4-FFF2-40B4-BE49-F238E27FC236}">
                <a16:creationId xmlns:a16="http://schemas.microsoft.com/office/drawing/2014/main" id="{42E6447C-9E9E-7B7B-AB1D-DFCD820DC3AA}"/>
              </a:ext>
            </a:extLst>
          </p:cNvPr>
          <p:cNvGraphicFramePr/>
          <p:nvPr>
            <p:extLst>
              <p:ext uri="{D42A27DB-BD31-4B8C-83A1-F6EECF244321}">
                <p14:modId xmlns:p14="http://schemas.microsoft.com/office/powerpoint/2010/main" val="646275734"/>
              </p:ext>
            </p:extLst>
          </p:nvPr>
        </p:nvGraphicFramePr>
        <p:xfrm>
          <a:off x="838201" y="643467"/>
          <a:ext cx="3888526" cy="18005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Content Placeholder 2">
            <a:extLst>
              <a:ext uri="{FF2B5EF4-FFF2-40B4-BE49-F238E27FC236}">
                <a16:creationId xmlns:a16="http://schemas.microsoft.com/office/drawing/2014/main" id="{F0AC3529-A27D-385D-DA6B-009CBCEB0483}"/>
              </a:ext>
            </a:extLst>
          </p:cNvPr>
          <p:cNvGraphicFramePr>
            <a:graphicFrameLocks/>
          </p:cNvGraphicFramePr>
          <p:nvPr>
            <p:extLst>
              <p:ext uri="{D42A27DB-BD31-4B8C-83A1-F6EECF244321}">
                <p14:modId xmlns:p14="http://schemas.microsoft.com/office/powerpoint/2010/main" val="2048534561"/>
              </p:ext>
            </p:extLst>
          </p:nvPr>
        </p:nvGraphicFramePr>
        <p:xfrm>
          <a:off x="838201" y="2623381"/>
          <a:ext cx="3888528" cy="355358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7" name="Picture 4">
            <a:extLst>
              <a:ext uri="{FF2B5EF4-FFF2-40B4-BE49-F238E27FC236}">
                <a16:creationId xmlns:a16="http://schemas.microsoft.com/office/drawing/2014/main" id="{142125A5-1071-FA53-7239-D0AB4CCC8D72}"/>
              </a:ext>
            </a:extLst>
          </p:cNvPr>
          <p:cNvPicPr>
            <a:picLocks noChangeAspect="1"/>
          </p:cNvPicPr>
          <p:nvPr/>
        </p:nvPicPr>
        <p:blipFill>
          <a:blip r:embed="rId13"/>
          <a:stretch>
            <a:fillRect/>
          </a:stretch>
        </p:blipFill>
        <p:spPr>
          <a:xfrm>
            <a:off x="7146278" y="1"/>
            <a:ext cx="3776473" cy="6400800"/>
          </a:xfrm>
          <a:prstGeom prst="rect">
            <a:avLst/>
          </a:prstGeom>
        </p:spPr>
      </p:pic>
    </p:spTree>
    <p:extLst>
      <p:ext uri="{BB962C8B-B14F-4D97-AF65-F5344CB8AC3E}">
        <p14:creationId xmlns:p14="http://schemas.microsoft.com/office/powerpoint/2010/main" val="310152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D0732A-C4E2-E132-87D6-0C74256CB123}"/>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8B88D78D-C28A-E86C-DC97-16D71C35F330}"/>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2BA2AC0C-189D-0591-B4DE-BB9C4416D678}"/>
              </a:ext>
            </a:extLst>
          </p:cNvPr>
          <p:cNvSpPr>
            <a:spLocks noGrp="1"/>
          </p:cNvSpPr>
          <p:nvPr>
            <p:ph type="sldNum" sz="quarter" idx="12"/>
          </p:nvPr>
        </p:nvSpPr>
        <p:spPr/>
        <p:txBody>
          <a:bodyPr/>
          <a:lstStyle/>
          <a:p>
            <a:fld id="{BBF9D72B-2DE3-4987-A795-E311641A9A9D}" type="slidenum">
              <a:rPr lang="de-DE" smtClean="0"/>
              <a:t>17</a:t>
            </a:fld>
            <a:endParaRPr lang="de-DE"/>
          </a:p>
        </p:txBody>
      </p:sp>
      <p:graphicFrame>
        <p:nvGraphicFramePr>
          <p:cNvPr id="5" name="Diagram 4">
            <a:extLst>
              <a:ext uri="{FF2B5EF4-FFF2-40B4-BE49-F238E27FC236}">
                <a16:creationId xmlns:a16="http://schemas.microsoft.com/office/drawing/2014/main" id="{347CB1A0-3E4D-DE2F-FC09-97FCBD09047C}"/>
              </a:ext>
            </a:extLst>
          </p:cNvPr>
          <p:cNvGraphicFramePr/>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4">
            <a:extLst>
              <a:ext uri="{FF2B5EF4-FFF2-40B4-BE49-F238E27FC236}">
                <a16:creationId xmlns:a16="http://schemas.microsoft.com/office/drawing/2014/main" id="{E9191C15-56CD-FD94-1D7A-55B783884227}"/>
              </a:ext>
            </a:extLst>
          </p:cNvPr>
          <p:cNvGraphicFramePr>
            <a:graphicFrameLocks/>
          </p:cNvGraphicFramePr>
          <p:nvPr>
            <p:extLst>
              <p:ext uri="{D42A27DB-BD31-4B8C-83A1-F6EECF244321}">
                <p14:modId xmlns:p14="http://schemas.microsoft.com/office/powerpoint/2010/main" val="26763225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248492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0B5ADB-45D2-A456-9B30-1271C5B5F456}"/>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34E94A7B-8850-1123-AAED-B3DCFB04E49F}"/>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84181D59-DA6E-E7A3-4C3E-CEF3BABE21E5}"/>
              </a:ext>
            </a:extLst>
          </p:cNvPr>
          <p:cNvSpPr>
            <a:spLocks noGrp="1"/>
          </p:cNvSpPr>
          <p:nvPr>
            <p:ph type="sldNum" sz="quarter" idx="12"/>
          </p:nvPr>
        </p:nvSpPr>
        <p:spPr/>
        <p:txBody>
          <a:bodyPr/>
          <a:lstStyle/>
          <a:p>
            <a:fld id="{BBF9D72B-2DE3-4987-A795-E311641A9A9D}" type="slidenum">
              <a:rPr lang="de-DE" smtClean="0"/>
              <a:t>18</a:t>
            </a:fld>
            <a:endParaRPr lang="de-DE"/>
          </a:p>
        </p:txBody>
      </p:sp>
      <p:graphicFrame>
        <p:nvGraphicFramePr>
          <p:cNvPr id="5" name="Diagram 4">
            <a:extLst>
              <a:ext uri="{FF2B5EF4-FFF2-40B4-BE49-F238E27FC236}">
                <a16:creationId xmlns:a16="http://schemas.microsoft.com/office/drawing/2014/main" id="{AB090481-E701-4728-B17B-A93CB531EA7B}"/>
              </a:ext>
            </a:extLst>
          </p:cNvPr>
          <p:cNvGraphicFramePr/>
          <p:nvPr>
            <p:extLst>
              <p:ext uri="{D42A27DB-BD31-4B8C-83A1-F6EECF244321}">
                <p14:modId xmlns:p14="http://schemas.microsoft.com/office/powerpoint/2010/main" val="1422977472"/>
              </p:ext>
            </p:extLst>
          </p:nvPr>
        </p:nvGraphicFramePr>
        <p:xfrm>
          <a:off x="683581" y="719666"/>
          <a:ext cx="11132598" cy="5530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014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E92AAA-7003-BF9A-2F7B-2BF3E8F19CA2}"/>
              </a:ext>
            </a:extLst>
          </p:cNvPr>
          <p:cNvSpPr>
            <a:spLocks noGrp="1"/>
          </p:cNvSpPr>
          <p:nvPr>
            <p:ph type="dt" sz="half" idx="10"/>
          </p:nvPr>
        </p:nvSpPr>
        <p:spPr/>
        <p:txBody>
          <a:bodyPr/>
          <a:lstStyle/>
          <a:p>
            <a:r>
              <a:rPr lang="en-US" dirty="0"/>
              <a:t>27.08.2023</a:t>
            </a:r>
            <a:endParaRPr lang="de-DE" dirty="0"/>
          </a:p>
        </p:txBody>
      </p:sp>
      <p:sp>
        <p:nvSpPr>
          <p:cNvPr id="3" name="Footer Placeholder 2">
            <a:extLst>
              <a:ext uri="{FF2B5EF4-FFF2-40B4-BE49-F238E27FC236}">
                <a16:creationId xmlns:a16="http://schemas.microsoft.com/office/drawing/2014/main" id="{76DF4E29-A94E-AA13-A603-68395126D387}"/>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D2CE7352-1625-4844-71E7-A3AAF490E9BF}"/>
              </a:ext>
            </a:extLst>
          </p:cNvPr>
          <p:cNvSpPr>
            <a:spLocks noGrp="1"/>
          </p:cNvSpPr>
          <p:nvPr>
            <p:ph type="sldNum" sz="quarter" idx="12"/>
          </p:nvPr>
        </p:nvSpPr>
        <p:spPr/>
        <p:txBody>
          <a:bodyPr/>
          <a:lstStyle/>
          <a:p>
            <a:fld id="{BBF9D72B-2DE3-4987-A795-E311641A9A9D}" type="slidenum">
              <a:rPr lang="de-DE" smtClean="0"/>
              <a:t>19</a:t>
            </a:fld>
            <a:endParaRPr lang="de-DE"/>
          </a:p>
        </p:txBody>
      </p:sp>
      <p:graphicFrame>
        <p:nvGraphicFramePr>
          <p:cNvPr id="5" name="Diagram 4">
            <a:extLst>
              <a:ext uri="{FF2B5EF4-FFF2-40B4-BE49-F238E27FC236}">
                <a16:creationId xmlns:a16="http://schemas.microsoft.com/office/drawing/2014/main" id="{D1D87883-0882-D27C-0727-52127728F546}"/>
              </a:ext>
            </a:extLst>
          </p:cNvPr>
          <p:cNvGraphicFramePr/>
          <p:nvPr>
            <p:extLst>
              <p:ext uri="{D42A27DB-BD31-4B8C-83A1-F6EECF244321}">
                <p14:modId xmlns:p14="http://schemas.microsoft.com/office/powerpoint/2010/main" val="3796210112"/>
              </p:ext>
            </p:extLst>
          </p:nvPr>
        </p:nvGraphicFramePr>
        <p:xfrm>
          <a:off x="683581" y="719666"/>
          <a:ext cx="11132598" cy="5530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6006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A30C40-B7E9-FAAB-C960-0F1D6E30EF5C}"/>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C33931ED-02C0-A6DD-2AF7-242043870BFE}"/>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260522E8-D209-772A-C9A2-0FDA5274C3B8}"/>
              </a:ext>
            </a:extLst>
          </p:cNvPr>
          <p:cNvSpPr>
            <a:spLocks noGrp="1"/>
          </p:cNvSpPr>
          <p:nvPr>
            <p:ph type="sldNum" sz="quarter" idx="12"/>
          </p:nvPr>
        </p:nvSpPr>
        <p:spPr/>
        <p:txBody>
          <a:bodyPr/>
          <a:lstStyle/>
          <a:p>
            <a:fld id="{BBF9D72B-2DE3-4987-A795-E311641A9A9D}" type="slidenum">
              <a:rPr lang="de-DE" smtClean="0"/>
              <a:t>20</a:t>
            </a:fld>
            <a:endParaRPr lang="de-DE"/>
          </a:p>
        </p:txBody>
      </p:sp>
      <p:graphicFrame>
        <p:nvGraphicFramePr>
          <p:cNvPr id="5" name="Diagram 4">
            <a:extLst>
              <a:ext uri="{FF2B5EF4-FFF2-40B4-BE49-F238E27FC236}">
                <a16:creationId xmlns:a16="http://schemas.microsoft.com/office/drawing/2014/main" id="{8BB2EDE8-A054-E508-B138-1F215E5AD4C4}"/>
              </a:ext>
            </a:extLst>
          </p:cNvPr>
          <p:cNvGraphicFramePr/>
          <p:nvPr>
            <p:extLst>
              <p:ext uri="{D42A27DB-BD31-4B8C-83A1-F6EECF244321}">
                <p14:modId xmlns:p14="http://schemas.microsoft.com/office/powerpoint/2010/main" val="4199133976"/>
              </p:ext>
            </p:extLst>
          </p:nvPr>
        </p:nvGraphicFramePr>
        <p:xfrm>
          <a:off x="683581" y="719666"/>
          <a:ext cx="11132598" cy="5530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9108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BF7C06-7717-0D0C-DED1-B0EA379564B7}"/>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CC73DF38-A975-E304-8EBD-0DD23B258BCC}"/>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EEFC40B4-CB61-AD54-02EE-A1756CD92D5F}"/>
              </a:ext>
            </a:extLst>
          </p:cNvPr>
          <p:cNvSpPr>
            <a:spLocks noGrp="1"/>
          </p:cNvSpPr>
          <p:nvPr>
            <p:ph type="sldNum" sz="quarter" idx="12"/>
          </p:nvPr>
        </p:nvSpPr>
        <p:spPr/>
        <p:txBody>
          <a:bodyPr/>
          <a:lstStyle/>
          <a:p>
            <a:fld id="{BBF9D72B-2DE3-4987-A795-E311641A9A9D}" type="slidenum">
              <a:rPr lang="de-DE" smtClean="0"/>
              <a:t>21</a:t>
            </a:fld>
            <a:endParaRPr lang="de-DE"/>
          </a:p>
        </p:txBody>
      </p:sp>
      <p:graphicFrame>
        <p:nvGraphicFramePr>
          <p:cNvPr id="5" name="Diagram 4">
            <a:extLst>
              <a:ext uri="{FF2B5EF4-FFF2-40B4-BE49-F238E27FC236}">
                <a16:creationId xmlns:a16="http://schemas.microsoft.com/office/drawing/2014/main" id="{4B5937FA-CC45-A2AA-57D4-23CDC4B3F545}"/>
              </a:ext>
            </a:extLst>
          </p:cNvPr>
          <p:cNvGraphicFramePr/>
          <p:nvPr>
            <p:extLst>
              <p:ext uri="{D42A27DB-BD31-4B8C-83A1-F6EECF244321}">
                <p14:modId xmlns:p14="http://schemas.microsoft.com/office/powerpoint/2010/main" val="2551013916"/>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4">
            <a:extLst>
              <a:ext uri="{FF2B5EF4-FFF2-40B4-BE49-F238E27FC236}">
                <a16:creationId xmlns:a16="http://schemas.microsoft.com/office/drawing/2014/main" id="{BA0F2564-210D-8690-9C90-79F7B53DC092}"/>
              </a:ext>
            </a:extLst>
          </p:cNvPr>
          <p:cNvGraphicFramePr>
            <a:graphicFrameLocks/>
          </p:cNvGraphicFramePr>
          <p:nvPr>
            <p:extLst>
              <p:ext uri="{D42A27DB-BD31-4B8C-83A1-F6EECF244321}">
                <p14:modId xmlns:p14="http://schemas.microsoft.com/office/powerpoint/2010/main" val="70044891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513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196FE4-B750-814F-E7C5-11E3E1505F93}"/>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EAF4E4C4-895D-1907-A8F2-9CD56AEAF625}"/>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2093FDF8-ED5C-A965-E1FA-87FC709A1F4D}"/>
              </a:ext>
            </a:extLst>
          </p:cNvPr>
          <p:cNvSpPr>
            <a:spLocks noGrp="1"/>
          </p:cNvSpPr>
          <p:nvPr>
            <p:ph type="sldNum" sz="quarter" idx="12"/>
          </p:nvPr>
        </p:nvSpPr>
        <p:spPr/>
        <p:txBody>
          <a:bodyPr/>
          <a:lstStyle/>
          <a:p>
            <a:fld id="{BBF9D72B-2DE3-4987-A795-E311641A9A9D}" type="slidenum">
              <a:rPr lang="de-DE" smtClean="0"/>
              <a:t>22</a:t>
            </a:fld>
            <a:endParaRPr lang="de-DE"/>
          </a:p>
        </p:txBody>
      </p:sp>
      <p:graphicFrame>
        <p:nvGraphicFramePr>
          <p:cNvPr id="5" name="Diagram 4">
            <a:extLst>
              <a:ext uri="{FF2B5EF4-FFF2-40B4-BE49-F238E27FC236}">
                <a16:creationId xmlns:a16="http://schemas.microsoft.com/office/drawing/2014/main" id="{C5C5E463-DCE0-F7BD-5DBE-EFECE5FEC196}"/>
              </a:ext>
            </a:extLst>
          </p:cNvPr>
          <p:cNvGraphicFramePr/>
          <p:nvPr>
            <p:extLst>
              <p:ext uri="{D42A27DB-BD31-4B8C-83A1-F6EECF244321}">
                <p14:modId xmlns:p14="http://schemas.microsoft.com/office/powerpoint/2010/main" val="2456244143"/>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Content Placeholder 4">
            <a:extLst>
              <a:ext uri="{FF2B5EF4-FFF2-40B4-BE49-F238E27FC236}">
                <a16:creationId xmlns:a16="http://schemas.microsoft.com/office/drawing/2014/main" id="{FE4410A1-47E7-B50E-89F2-83CC19C3EBDE}"/>
              </a:ext>
            </a:extLst>
          </p:cNvPr>
          <p:cNvGraphicFramePr>
            <a:graphicFrameLocks/>
          </p:cNvGraphicFramePr>
          <p:nvPr>
            <p:extLst>
              <p:ext uri="{D42A27DB-BD31-4B8C-83A1-F6EECF244321}">
                <p14:modId xmlns:p14="http://schemas.microsoft.com/office/powerpoint/2010/main" val="30950364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886592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27538A-D689-720E-F201-655B2F6399C2}"/>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53CED4AC-5CEE-CAB0-1C4A-1BBCD1406BDB}"/>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69AED6DD-2278-2AC2-F261-1E723658054B}"/>
              </a:ext>
            </a:extLst>
          </p:cNvPr>
          <p:cNvSpPr>
            <a:spLocks noGrp="1"/>
          </p:cNvSpPr>
          <p:nvPr>
            <p:ph type="sldNum" sz="quarter" idx="12"/>
          </p:nvPr>
        </p:nvSpPr>
        <p:spPr/>
        <p:txBody>
          <a:bodyPr/>
          <a:lstStyle/>
          <a:p>
            <a:fld id="{BBF9D72B-2DE3-4987-A795-E311641A9A9D}" type="slidenum">
              <a:rPr lang="de-DE" smtClean="0"/>
              <a:t>23</a:t>
            </a:fld>
            <a:endParaRPr lang="de-DE"/>
          </a:p>
        </p:txBody>
      </p:sp>
      <p:graphicFrame>
        <p:nvGraphicFramePr>
          <p:cNvPr id="5" name="Diagram 4">
            <a:extLst>
              <a:ext uri="{FF2B5EF4-FFF2-40B4-BE49-F238E27FC236}">
                <a16:creationId xmlns:a16="http://schemas.microsoft.com/office/drawing/2014/main" id="{8048E8BC-DFAB-8BE1-E439-9BFC02DF1290}"/>
              </a:ext>
            </a:extLst>
          </p:cNvPr>
          <p:cNvGraphicFramePr/>
          <p:nvPr>
            <p:extLst>
              <p:ext uri="{D42A27DB-BD31-4B8C-83A1-F6EECF244321}">
                <p14:modId xmlns:p14="http://schemas.microsoft.com/office/powerpoint/2010/main" val="3031902157"/>
              </p:ext>
            </p:extLst>
          </p:nvPr>
        </p:nvGraphicFramePr>
        <p:xfrm>
          <a:off x="260059" y="151003"/>
          <a:ext cx="11727809" cy="64091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91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48C757-B342-42D0-306F-AE110C442CCC}"/>
              </a:ext>
            </a:extLst>
          </p:cNvPr>
          <p:cNvSpPr>
            <a:spLocks noGrp="1"/>
          </p:cNvSpPr>
          <p:nvPr>
            <p:ph type="dt" sz="half" idx="10"/>
          </p:nvPr>
        </p:nvSpPr>
        <p:spPr/>
        <p:txBody>
          <a:bodyPr/>
          <a:lstStyle/>
          <a:p>
            <a:r>
              <a:rPr lang="en-US" dirty="0"/>
              <a:t>27.08.2023</a:t>
            </a:r>
            <a:endParaRPr lang="de-DE" dirty="0"/>
          </a:p>
          <a:p>
            <a:endParaRPr lang="de-DE" dirty="0"/>
          </a:p>
        </p:txBody>
      </p:sp>
      <p:sp>
        <p:nvSpPr>
          <p:cNvPr id="3" name="Footer Placeholder 2">
            <a:extLst>
              <a:ext uri="{FF2B5EF4-FFF2-40B4-BE49-F238E27FC236}">
                <a16:creationId xmlns:a16="http://schemas.microsoft.com/office/drawing/2014/main" id="{22D27E72-71D8-2D50-7887-5C55109238BE}"/>
              </a:ext>
            </a:extLst>
          </p:cNvPr>
          <p:cNvSpPr>
            <a:spLocks noGrp="1"/>
          </p:cNvSpPr>
          <p:nvPr>
            <p:ph type="ftr" sz="quarter" idx="11"/>
          </p:nvPr>
        </p:nvSpPr>
        <p:spPr/>
        <p:txBody>
          <a:bodyPr/>
          <a:lstStyle/>
          <a:p>
            <a:r>
              <a:rPr lang="de-DE"/>
              <a:t>SEITech Solutions - Confidential Information</a:t>
            </a:r>
          </a:p>
        </p:txBody>
      </p:sp>
      <p:sp>
        <p:nvSpPr>
          <p:cNvPr id="4" name="Slide Number Placeholder 3">
            <a:extLst>
              <a:ext uri="{FF2B5EF4-FFF2-40B4-BE49-F238E27FC236}">
                <a16:creationId xmlns:a16="http://schemas.microsoft.com/office/drawing/2014/main" id="{1B447A23-D0DD-0B7E-0632-1D3F1A402B02}"/>
              </a:ext>
            </a:extLst>
          </p:cNvPr>
          <p:cNvSpPr>
            <a:spLocks noGrp="1"/>
          </p:cNvSpPr>
          <p:nvPr>
            <p:ph type="sldNum" sz="quarter" idx="12"/>
          </p:nvPr>
        </p:nvSpPr>
        <p:spPr/>
        <p:txBody>
          <a:bodyPr/>
          <a:lstStyle/>
          <a:p>
            <a:fld id="{BBF9D72B-2DE3-4987-A795-E311641A9A9D}" type="slidenum">
              <a:rPr lang="de-DE" smtClean="0"/>
              <a:t>24</a:t>
            </a:fld>
            <a:endParaRPr lang="de-DE"/>
          </a:p>
        </p:txBody>
      </p:sp>
      <p:graphicFrame>
        <p:nvGraphicFramePr>
          <p:cNvPr id="8" name="Diagram 7">
            <a:extLst>
              <a:ext uri="{FF2B5EF4-FFF2-40B4-BE49-F238E27FC236}">
                <a16:creationId xmlns:a16="http://schemas.microsoft.com/office/drawing/2014/main" id="{769E3D15-0189-3A2D-B6AA-73FDB5F738E6}"/>
              </a:ext>
            </a:extLst>
          </p:cNvPr>
          <p:cNvGraphicFramePr/>
          <p:nvPr>
            <p:extLst>
              <p:ext uri="{D42A27DB-BD31-4B8C-83A1-F6EECF244321}">
                <p14:modId xmlns:p14="http://schemas.microsoft.com/office/powerpoint/2010/main" val="3994493612"/>
              </p:ext>
            </p:extLst>
          </p:nvPr>
        </p:nvGraphicFramePr>
        <p:xfrm>
          <a:off x="1495425" y="0"/>
          <a:ext cx="8997981" cy="635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4958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6950BFC3-D8DA-4A85-94F7-54DA5524770B}">
      <p188:commentRel xmlns:p188="http://schemas.microsoft.com/office/powerpoint/2018/8/main" r:id="rId2"/>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6607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Title Divider Blu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Divider Whi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Seperato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Final">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itle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9d77437-ef82-4aab-99ea-8c5df73dfb70" xsi:nil="true"/>
    <lcf76f155ced4ddcb4097134ff3c332f xmlns="f3d48fb2-ccd7-44a0-bd1c-2a9d864f2737">
      <Terms xmlns="http://schemas.microsoft.com/office/infopath/2007/PartnerControls"/>
    </lcf76f155ced4ddcb4097134ff3c332f>
    <SharedWithUsers xmlns="39d77437-ef82-4aab-99ea-8c5df73dfb70">
      <UserInfo>
        <DisplayName>Ghada Mansour</DisplayName>
        <AccountId>410</AccountId>
        <AccountType/>
      </UserInfo>
      <UserInfo>
        <DisplayName>Abdelrahman Mohamed</DisplayName>
        <AccountId>513</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9368DC3D9C2464497B8EB21CE4CD561" ma:contentTypeVersion="17" ma:contentTypeDescription="Create a new document." ma:contentTypeScope="" ma:versionID="b690c94d59e971ff623256a75c884402">
  <xsd:schema xmlns:xsd="http://www.w3.org/2001/XMLSchema" xmlns:xs="http://www.w3.org/2001/XMLSchema" xmlns:p="http://schemas.microsoft.com/office/2006/metadata/properties" xmlns:ns2="f3d48fb2-ccd7-44a0-bd1c-2a9d864f2737" xmlns:ns3="39d77437-ef82-4aab-99ea-8c5df73dfb70" targetNamespace="http://schemas.microsoft.com/office/2006/metadata/properties" ma:root="true" ma:fieldsID="483e1ed802d5631d2b2c8e7226ea3fdc" ns2:_="" ns3:_="">
    <xsd:import namespace="f3d48fb2-ccd7-44a0-bd1c-2a9d864f2737"/>
    <xsd:import namespace="39d77437-ef82-4aab-99ea-8c5df73dfb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d48fb2-ccd7-44a0-bd1c-2a9d864f27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ad4f6a4-e855-475f-985d-2632bcd3dbe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d77437-ef82-4aab-99ea-8c5df73dfb70"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a57c9fe1-2a45-4eb4-aa14-ca1e1a10f811}" ma:internalName="TaxCatchAll" ma:showField="CatchAllData" ma:web="39d77437-ef82-4aab-99ea-8c5df73dfb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BE986C-BE90-43B0-B079-34CDF546072F}">
  <ds:schemaRefs>
    <ds:schemaRef ds:uri="http://purl.org/dc/terms/"/>
    <ds:schemaRef ds:uri="http://purl.org/dc/dcmitype/"/>
    <ds:schemaRef ds:uri="http://schemas.microsoft.com/office/2006/metadata/properties"/>
    <ds:schemaRef ds:uri="http://schemas.microsoft.com/office/2006/documentManagement/types"/>
    <ds:schemaRef ds:uri="http://www.w3.org/XML/1998/namespace"/>
    <ds:schemaRef ds:uri="http://schemas.openxmlformats.org/package/2006/metadata/core-properties"/>
    <ds:schemaRef ds:uri="39d77437-ef82-4aab-99ea-8c5df73dfb70"/>
    <ds:schemaRef ds:uri="http://schemas.microsoft.com/office/infopath/2007/PartnerControls"/>
    <ds:schemaRef ds:uri="f3d48fb2-ccd7-44a0-bd1c-2a9d864f2737"/>
    <ds:schemaRef ds:uri="http://purl.org/dc/elements/1.1/"/>
  </ds:schemaRefs>
</ds:datastoreItem>
</file>

<file path=customXml/itemProps2.xml><?xml version="1.0" encoding="utf-8"?>
<ds:datastoreItem xmlns:ds="http://schemas.openxmlformats.org/officeDocument/2006/customXml" ds:itemID="{948A224D-301A-415D-8966-45422D0725BA}">
  <ds:schemaRefs>
    <ds:schemaRef ds:uri="http://schemas.microsoft.com/sharepoint/v3/contenttype/forms"/>
  </ds:schemaRefs>
</ds:datastoreItem>
</file>

<file path=customXml/itemProps3.xml><?xml version="1.0" encoding="utf-8"?>
<ds:datastoreItem xmlns:ds="http://schemas.openxmlformats.org/officeDocument/2006/customXml" ds:itemID="{548E16B9-CC9F-492E-9452-1767C83B8F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3d48fb2-ccd7-44a0-bd1c-2a9d864f2737"/>
    <ds:schemaRef ds:uri="39d77437-ef82-4aab-99ea-8c5df73dfb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827</Words>
  <Application>Microsoft Office PowerPoint</Application>
  <PresentationFormat>Widescreen</PresentationFormat>
  <Paragraphs>164</Paragraphs>
  <Slides>25</Slides>
  <Notes>4</Notes>
  <HiddenSlides>0</HiddenSlides>
  <MMClips>0</MMClips>
  <ScaleCrop>false</ScaleCrop>
  <HeadingPairs>
    <vt:vector size="6" baseType="variant">
      <vt:variant>
        <vt:lpstr>Fonts Used</vt:lpstr>
      </vt:variant>
      <vt:variant>
        <vt:i4>4</vt:i4>
      </vt:variant>
      <vt:variant>
        <vt:lpstr>Theme</vt:lpstr>
      </vt:variant>
      <vt:variant>
        <vt:i4>7</vt:i4>
      </vt:variant>
      <vt:variant>
        <vt:lpstr>Slide Titles</vt:lpstr>
      </vt:variant>
      <vt:variant>
        <vt:i4>25</vt:i4>
      </vt:variant>
    </vt:vector>
  </HeadingPairs>
  <TitlesOfParts>
    <vt:vector size="36" baseType="lpstr">
      <vt:lpstr>Arial</vt:lpstr>
      <vt:lpstr>Calibri</vt:lpstr>
      <vt:lpstr>Calibri Light</vt:lpstr>
      <vt:lpstr>Eras Medium ITC</vt:lpstr>
      <vt:lpstr>1_Title Divider Blue</vt:lpstr>
      <vt:lpstr>Title Divider White</vt:lpstr>
      <vt:lpstr>Custom Design</vt:lpstr>
      <vt:lpstr>1_Custom Design</vt:lpstr>
      <vt:lpstr>Seperator</vt:lpstr>
      <vt:lpstr>Final</vt:lpstr>
      <vt:lpstr>Title Slide</vt:lpstr>
      <vt:lpstr>PowerPoint Presentation</vt:lpstr>
      <vt:lpstr>Agenda for today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Hanaa Mohamed</dc:creator>
  <cp:lastModifiedBy>EXTERNAL Monier Sahar (Technology and Strategy (TS), CC/ESB3)</cp:lastModifiedBy>
  <cp:revision>11</cp:revision>
  <dcterms:created xsi:type="dcterms:W3CDTF">2022-09-26T09:57:07Z</dcterms:created>
  <dcterms:modified xsi:type="dcterms:W3CDTF">2023-08-27T12:39:08Z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0x010100D9368DC3D9C2464497B8EB21CE4CD561</vt:lpwstr>
  </property>
  <property fmtid="{D5CDD505-2E9C-101B-9397-08002B2CF9AE}" pid="3" name="MediaServiceImageTags">
    <vt:lpwstr/>
  </property>
</Properties>
</file>